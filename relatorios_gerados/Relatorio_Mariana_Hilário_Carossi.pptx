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Mariana Hilário Carossi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3,9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5,0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828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Organização;</a:t>
            </a:r>
          </a:p>
          <a:p>
            <a:r>
              <a:t>Comunicação versátil;</a:t>
            </a:r>
          </a:p>
          <a:p>
            <a:r>
              <a:t>Pensamento estruturado;</a:t>
            </a:r>
          </a:p>
          <a:p>
            <a:r>
              <a:t>Olhar pedagógico.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Visão Sistêmica, Adaptação e Comunicação.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Gostaria de desenvolver novas habilidades que possam somar ao projeto quanto na minha atuação profissional, além de aprimorar as habilidades que já tenho.</a:t>
            </a:r>
          </a:p>
          <a:p>
            <a:r>
              <a:t>Meu objetivo é continuar evoluindo, ampliando meus conhecimentos, fortalecendo minha prática para contribuir cada vez para os resultados da equipe e da instituição.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Protagonismo, Organização e Priorização.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