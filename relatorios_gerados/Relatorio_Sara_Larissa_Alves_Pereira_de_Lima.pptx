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Sara Larissa Alves Pereira de Lima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4,7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2,4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2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1131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Proatividade, Otimismo, Amigável e Lealdade.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Curiosidade, Atenção, Entusiasmo, Dedicação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Nossa, para os próximos meses penso em muitas coisas que posso e quero desenvolver de mais urgente para o projeto seria 1)Aprimorar a análise financeira aplicada aos processos específicos dos projetos do RN e de AL, especialmente na questão de monitoramento orçamentário de à consolidação de indicadores, como também 2)Ampliar a minha capacidade de apoiar o time na estruturação de relatórios mais estratégicos, com foco e clareza, sendo um suporte nas tomadas de decisão. Já no âmbito de desenvolvimento profissional, penso em desenvolver ainda mais minha habilidades de comunicação, para contribuir de forma mais assertiva e também aprofundar meu conhecimento em ferramentas de análise de dados, para qualificar as análises e gerar perspectivas de maior impacto. Acredito que ao desenvolver não 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Especialização técnica na orçamento público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