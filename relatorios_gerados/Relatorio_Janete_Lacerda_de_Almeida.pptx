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Janete Lacerda de Almeida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2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524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Disciplina e busca constante pela excelência.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Realiza boas entregas, é atenta e colaborativa. Traz boas proposições de soluções para as demandas relacionadas a produtos e se coloca sempre a disposição da equipe.; Janete apresenta diversos pontos fortes que a destacam em seu ambiente de trabalho:</a:t>
            </a:r>
          </a:p>
          <a:p>
            <a:r>
              <a:t>1. Organização: Sua habilidade em manter a ordem e a estrutura nos produtos dos projetos garante eficiência e fluidez nas atividades.</a:t>
            </a:r>
          </a:p>
          <a:p>
            <a:r>
              <a:t>2. Gestão do Tempo: Além de gerenciar seu próprio tempo de forma eficaz, ela coordena as atividades dos consultores, o que resulta em melhor aproveitamento dos recursos e prazos.</a:t>
            </a:r>
          </a:p>
          <a:p>
            <a:r>
              <a:t>3.  Comunicação Eficiente: Sua habilidade de se comunicar eficazmente com pares e lideranças facilita a troca de ideias e a resolução de problemas, promovendo um ambiente colaborativo.</a:t>
            </a:r>
          </a:p>
          <a:p>
            <a:r>
              <a:t>4. Visão Estratégica: Janete possui uma visão cl...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fortalecer meu entendimento sobre as demandas de cada frente.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Pode ser ainda mais propositiva e participativa, conhecendo mais as áreas.; Para Janete, várias oportunidades de desenvolvimento podem ser exploradas, especialmente no que diz respeito a aprofundar seu conhecimento sobre as frentes do projeto GA:</a:t>
            </a:r>
          </a:p>
          <a:p>
            <a:r>
              <a:t>1. Imersões Presenciais: Participar de imersões presenciais permitirá que Janete vivencie as ações do projeto em tempo real, o que pode enriquecer sua compreensão sobre os desafios e dinâmicas. Essa experiência prática pode levar a uma visão mais aprofundada das necessidades do projeto.</a:t>
            </a:r>
          </a:p>
          <a:p>
            <a:r>
              <a:t>2. Networking com Stakeholders: Aproveitar essas imersões para se conectar com outros stakeholders do projeto, incluindo consultores, líderes de outras frentes e clientes. Essa interação pode proporcionar insights valiosos e ampliar sua rede profissional.</a:t>
            </a:r>
          </a:p>
          <a:p>
            <a:r>
              <a:t>3. Wor...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