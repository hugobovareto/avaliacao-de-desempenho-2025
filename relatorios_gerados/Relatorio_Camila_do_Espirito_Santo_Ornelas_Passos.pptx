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Camila do Espirito Santo Ornelas Passos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4,8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3,4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3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281238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Autonomia, curiosidade e proatividade.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Experiência em Design Instrucional: Desde sua chegada ao projeto, Camila tem contribuído significativamente como designer instrucional, usando seu conhecimento em EaD para melhorar a qualidade do material da formação.</a:t>
            </a:r>
          </a:p>
          <a:p>
            <a:r>
              <a:t>2. Habilidades em Ferramentas de Autoria: Sua proficiência em ferramentas de autoria permite que Camila crie conteúdos atrativos e eficazes, facilitando o aprendizado dos professores da rede do RN.</a:t>
            </a:r>
          </a:p>
          <a:p>
            <a:r>
              <a:t>3. Roteirização Eficiente: Camila demonstrou uma habilidade muito boa em roteirizar todo o conteúdo da formação EAD, garantindo que o material seja claro, coerente e didaticamente adequado.</a:t>
            </a:r>
          </a:p>
          <a:p>
            <a:r>
              <a:t>4. Gestão do Tempo: Ela se destaca na gestão do tempo, cumprindo prazos e entregando resultados de forma organizada, o que é crucial em um ambiente de trabalho dinâmico.</a:t>
            </a:r>
          </a:p>
          <a:p>
            <a:r>
              <a:t>5. Boa Comunicação...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Gostaria de atuar nos recursos de acessibilidade (projeto) e autoconfiança como profissional.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Formação em EAD para a Equipe do Projeto: Camila pode liderar a implementação de uma capacitação em EAD voltada para a equipe. Essa formação pode abordar temas como objetos de aprendizagem, roteirização e design instrucional, promovendo um entendimento mais profundo sobre como cada um desses elementos contribui para a criação de cursos eficazes.</a:t>
            </a:r>
          </a:p>
          <a:p>
            <a:r>
              <a:t>2. Explicação sobre Objetos de Aprendizagem: Dentro dessa formação, a abordagem dos objetos de aprendizagem é fundamental. Camila pode desenvolver módulos que mostrem como esses recursos (como vídeos, simuladores, quizzes) podem ser utilizados para enriquecer o processo de ensino e atender diferentes estilos de aprendizagem.</a:t>
            </a:r>
          </a:p>
          <a:p>
            <a:r>
              <a:t>3. Roteirização de Conteúdos: Ensinar à equipe a importância da roteirização e como estruturá-la eficazmente pode benef...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