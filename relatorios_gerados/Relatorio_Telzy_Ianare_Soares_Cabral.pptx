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Telzy Ianare Soares Cabral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4,7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5,0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5882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Meus principais pontos fortes no projeto incluem a capacidade de organização e gestão eficiente das rotinas, a facilidade em compreender rapidamente as demandas e me adaptar a diferentes cenários. Demonstrei boa socialização com a equipe, construindo relações positivas e colaborativas. Além disso, mantive uma postura constante de busca por aprimoramento, iniciativa para aprender e abertura ao desenvolvimento profissional, o que fortaleceu minha atuação ao longo do processo.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Proativa, Tecnicidade e Organização.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Nos próximos meses, gostaria de desenvolver ainda mais minhas habilidades de comunicação estratégica e aprofundar meu domínio técnico nas ferramentas e processos do projeto. Também pretendo explorar novas metodologias que qualifiquem minhas entregas e ampliem minha segurança na execução das atividades. Como profissional, desejo investir em cursos, vivências e experiências que fortaleçam minha visão sistêmica e meu crescimento contínuo, contribuindo para minha evolução e para a melhoria constante dos resultados do projeto.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Comunicação, Leitura de Cenário e Feedback.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