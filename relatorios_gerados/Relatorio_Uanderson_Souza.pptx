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Uanderson Souza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5903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Curiosidade e sede de conhecimento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Aprimorar na parte de análise de sistemas, explorar novas oportunidades no universo FGV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