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Alan Sena de Oliveira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4,8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400289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Planejamentos de planos de ações voltadas para as escolas e projeto, comunicação assertiva.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proativo, dedicado e objetivo.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me profissionalizar melhor em pacotes Microsoft, visando a melhoria de dados e planejamentos para 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autonomia, leitura de cenário e adaptação.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