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Alice Deyse Oliveira de Melo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4,7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2,7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5878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Escuta ativa. </a:t>
            </a:r>
          </a:p>
          <a:p>
            <a:r>
              <a:t>Comprometimento na realização das ações propostas. </a:t>
            </a:r>
          </a:p>
          <a:p>
            <a:r>
              <a:t>Capacidade de diagnósticos pedagógicos e propor ideias de melhorias. </a:t>
            </a:r>
          </a:p>
          <a:p>
            <a:r>
              <a:t>Planejamento e organização. </a:t>
            </a:r>
          </a:p>
          <a:p>
            <a:r>
              <a:t>Gestão de demandas e prazos.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Comunicação: Comunica-se de forma clara e objetiva, tanto na expressão verbal quanto escrita. Demonstra capacidade de ouvir atentamente, compreender demandas e transmitir informações com precisão, favorecendo a fluidez do trabalho.</a:t>
            </a:r>
          </a:p>
          <a:p/>
          <a:p>
            <a:r>
              <a:t>2. Resolução de Problemas: Apresenta capacidade de identificar desafios com rapidez e buscar soluções lógicas e funcionais. Analisa cenários, levanta alternativas e propõe encaminhamentos adequados às necessidades do projeto.</a:t>
            </a:r>
          </a:p>
          <a:p/>
          <a:p>
            <a:r>
              <a:t>3. Adaptabilidade: Ajusta-se às mudanças e novas demandas com flexibilidade, compreendendo que processos podem sofrer ajustes. Mantém abertura para rever estratégias e incorporar novas orientações quando necessário.</a:t>
            </a:r>
          </a:p>
          <a:p/>
          <a:p>
            <a:r>
              <a:t>4. Pensamento Crítico: Avalia informações de forma criteriosa, analisando diferentes perspectivas antes de tomar deci...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Aperfeiçoar os processos de acompanhamento das ações desenvolvidas. </a:t>
            </a:r>
          </a:p>
          <a:p>
            <a:r>
              <a:t>Contribuir mais com estratégias de desenvolvimento de ações inovadoras que possam ser aplicadas durante o processo de execução das etapas. </a:t>
            </a:r>
          </a:p>
          <a:p>
            <a:r>
              <a:t>Maior repertorio de ferramentas educacionais que auxiliem no meu papel de articuladora.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Resiliência: Mantém perseverança diante de dificuldades e pressões, conseguindo restabelecer o foco mesmo em situações adversas. Enfrenta desafios com maturidade e segue comprometido com os resultados esperados.</a:t>
            </a:r>
          </a:p>
          <a:p/>
          <a:p>
            <a:r>
              <a:t>2. Capacidade de Mediação: Apresenta dificuldades em atuar como mediadora em situações de divergência, demonstrando limitação na escuta das partes envolvidas e na condução de diálogos equilibrados. Em alguns contextos, a falta de posicionamento claro ou de encaminhamentos objetivos contribui para a manutenção de conflitos e desalinhamentos.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