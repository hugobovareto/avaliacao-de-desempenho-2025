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Amanda Duarte Belém da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3,3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1491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Criatividade, empatia, visão estratégica e respeito com os colegas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Experiência em Design: Amanda chegou ao time com uma sólida experiência na área de design gráfico, contribuindo significativamente para a criação de conteúdos visuais impactantes no curso EaD.</a:t>
            </a:r>
          </a:p>
          <a:p>
            <a:r>
              <a:t>2. Olhar Aferido ao Designer do Curso EAD: Seu olhar atento para o design do curso EaD trouxe uma nova perspectiva à equipe. Amanda tem a habilidade de transformar conceitos educacionais em experiências visuais atraentes, facilitando o aprendizado.</a:t>
            </a:r>
          </a:p>
          <a:p>
            <a:r>
              <a:t>3. Conhecimento em Ilustração: Através de seu conhecimento em ilustração, Amanda apresentou uma proposta única que se alinha às características culturais e sociais do estado. Suas ilustrações ajudam a promover uma identificação maior do público com o conteúdo, tornando a experiência de aprendizado mais envolvente.</a:t>
            </a:r>
          </a:p>
          <a:p>
            <a:r>
              <a:t>4. Propostas Criativas para Videoaul...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Oficina “Do Pedido à Produção”</a:t>
            </a:r>
          </a:p>
          <a:p/>
          <a:p>
            <a:r>
              <a:t>A proposta consiste na criação de uma oficina interna voltada à integração entre os setores pedagógico e de comunicação, com o objetivo de otimizar o processo de solicitação e produção de materiais educacionais e visuais (HQs, infográficos, ilustrações, eBooks, vídeos, entre outros).</a:t>
            </a:r>
          </a:p>
          <a:p/>
          <a:p>
            <a:r>
              <a:t>A iniciativa busca padronizar e tornar mais eficientes as demandas enviadas por professores conteudistas e coordenadores de projetos, reduzindo retrabalhos, atrasos e falhas de comunicação.</a:t>
            </a:r>
          </a:p>
          <a:p/>
          <a:p>
            <a:r>
              <a:t>Durante a oficina, os participantes aprenderão sobre o fluxo interno de produção, boas práticas na elaboração de briefings, definição de prazos e etapas de revisão, além de exercícios práticos de formulação de pedidos completos e claros.</a:t>
            </a:r>
          </a:p>
          <a:p/>
          <a:p>
            <a:r>
              <a:t>Como resultado, espera-se melhor alinhamento entr...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Expansão da Atuação em Mobilização: Amanda pode explorar novas oportunidades para criar peças visuais e de design voltadas para a mobilização e engajamento do projeto GA. Isso incluiria materiais promocionais, infográficos e campanhas visuais que ajudem a divulgar as atividades do projeto.</a:t>
            </a:r>
          </a:p>
          <a:p>
            <a:r>
              <a:t>2. Criação de Conteúdo para Engajamento: Desenvolver conteúdo interativo e visual que incentive o envolvimento da comunidade e dos educadores com o projeto. Amanda pode usar sua criatividade para pensar em maneiras inovadoras de comunicar os objetivos e as conquistas do projeto.</a:t>
            </a:r>
          </a:p>
          <a:p>
            <a:r>
              <a:t>3. Colaboração em Ações de Difusão: Amanda pode colaborar com a equipe na criação de estratégias de comunicação visual que promovam as iniciativas do projeto GA, aumentando a visibilidade e atraindo mais participantes.</a:t>
            </a:r>
          </a:p>
          <a:p>
            <a:r>
              <a:t>4. W...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