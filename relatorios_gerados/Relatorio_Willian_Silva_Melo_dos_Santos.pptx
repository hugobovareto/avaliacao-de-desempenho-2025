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Willian Silva Melo dos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3,9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2,5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1639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Visão sistêmica da educação: Consigo conectar a realidade da sala de aula com o funcionamento das regionais e da secretaria, entendendo como decisões são tomadas e como os dados orientam as ações.</a:t>
            </a:r>
          </a:p>
          <a:p/>
          <a:p>
            <a:r>
              <a:t>Capacidade analítica: Trabalho bem com dados, indicadores e planilhas, o que me ajuda a identificar problemas, monitorar resultados e apoiar decisões mais precisas.</a:t>
            </a:r>
          </a:p>
          <a:p/>
          <a:p>
            <a:r>
              <a:t>Organização e definição de prioridades: Sei estruturar demandas, priorizar o que é essencial e manter a qualidade mesmo em contextos de alta pressão ou mudanças rápidas.</a:t>
            </a:r>
          </a:p>
          <a:p/>
          <a:p>
            <a:r>
              <a:t>Escuta ativa e colaboração: Tenho um forte senso colaborativo, consigo ouvir atentamente as necessidades da equipe e das escolas, e sei atuar como suporte sem perder de vista minhas responsabilidades.</a:t>
            </a:r>
          </a:p>
          <a:p/>
          <a:p>
            <a:r>
              <a:t>Adaptabilidade: Me ajusto bem a mudanças, aprendo rápido e c...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Inteligência Emocional: Demonstra habilidade para reconhecer e lidar com as próprias emoções, mantendo equilíbrio diante de pressões e desafios. Mostra sensibilidade ao perceber as emoções dos outros, contribuindo para um ambiente de trabalho mais acolhedor e respeitoso.</a:t>
            </a:r>
          </a:p>
          <a:p/>
          <a:p>
            <a:r>
              <a:t>2. Trabalho em Equipe: Mantém uma postura colaborativa, interagindo de forma respeitosa e construtiva com os colegas. Participa ativamente das atividades coletivas e contribui para fortalecer o clima de cooperação no grupo.</a:t>
            </a:r>
          </a:p>
          <a:p/>
          <a:p>
            <a:r>
              <a:t>3. Resolução de Problemas: Apresenta capacidade de identificar desafios com rapidez e buscar soluções lógicas e funcionais. Analisa cenários, levanta alternativas e propõe encaminhamentos adequados às necessidades do projeto.</a:t>
            </a:r>
          </a:p>
          <a:p/>
          <a:p>
            <a:r>
              <a:t>4. Pensamento Crítico: Avalia informações de forma criteriosa, analis...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Para o projeto, gostaria de contribuir mais diretamente com a parte pedagógica, acompanhando de perto as escolas e as práticas desenvolvidas por professores e coordenadores. Meu objetivo é poder sugerir práticas inclusivas, metodologias ativas e apoiar a construção de sequências pedagógicas alinhadas ao diagnóstico e ao nível de aprendizagem dos estudantes.</a:t>
            </a:r>
          </a:p>
          <a:p>
            <a:r>
              <a:t>Também gostaria de fortalecer o diálogo com as escolas para ajudar, mesmo que aos poucos, a desconstruir a cultura de reprovação, ainda muito presente entre professores e até entre os próprios alunos.</a:t>
            </a:r>
          </a:p>
          <a:p>
            <a:r>
              <a:t>Além disso, desejo criar maior proximidade com os estudantes, dando mais visibilidade aos grêmios estudantis e ampliando o protagonismo deles nas ações do próprio GA.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Competências de Relacionamento: Desenvolver habilidades relacionadas a comunicação, principalmente voltada a comunicação não violenta, como abordar e desenvolver assuntos sensíveis.</a:t>
            </a:r>
          </a:p>
          <a:p/>
          <a:p>
            <a:r>
              <a:t>2. Clareza de Vínculo Institucional: Observa-se confusão no entendimento sobre o pertencimento institucional, havendo, em alguns momentos, a percepção de vínculo com a DIREC, quando, na realidade, o colaborador integra a equipe da FGV. Essa falta de clareza pode impactar o alinhamento de papéis, responsabilidades e a comunicação institucional, sendo necessário reforçar por inúmeras vezes o reconhecimento do vínculo e das atribuições correspondentes.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