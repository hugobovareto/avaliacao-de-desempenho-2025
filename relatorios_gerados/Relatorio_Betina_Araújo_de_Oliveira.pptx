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Betina Araújo de Oliveira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4,3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2,8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2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40833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Entre meus principais pontos fortes destaco a adaptabilidade aos diferentes contextos e a persistência em avançar nas demandas mesmo diante de limitações estruturais. Além disso, minha visão sistêmica contribui para analisar cenários de forma mais ampla, identificar prioridades e propor encaminhamentos coerentes com a realidade das escolas.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Colaboração e Compartilhamento de Boas Práticas: A colaboradora demonstra excelente capacidade de compartilhar boas ações, experiências e aprendizados, contribuindo de forma significativa para o fortalecimento das diferentes frentes do projeto. Mantém postura colaborativa, oferecendo apoio às equipes, disseminando boas práticas e auxiliando na construção de soluções conjuntas, o que favorece o alinhamento e o alcance dos objetivos do projeto.</a:t>
            </a:r>
          </a:p>
          <a:p/>
          <a:p>
            <a:r>
              <a:t>2. Planejamento e Organização: A colaboradora apresenta facilidades em estruturar suas atividades de forma organizada, demonstrando eficiência na definição de prioridades e no cumprimento de prazos. Observa-se organização em rotinas, informações e materiais (planilhas), dando fluidez na execução das tarefas.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gostaria de aprimorar ainda mais minhas estratégias de acompanhamento pedagógico e de gestão, fortalecendo a capacidade de orientar as escolas com base em dados e evidências. Também desejo desenvolver habilidades relacionadas à mediação de conflitos, negociação e comunicação assertiva, visando qualificar ainda mais o diálogo com as equipes e otimizar processos no território.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Proatividado: A colaboradora apresenta baixa proatividade, aguardando orientações para iniciar tarefas e deixando de antecipar demandas importantes. Demonstra pouca iniciativa para propor soluções ou contribuir de forma autônoma, o que limita sua participação nos processos e impacta o ritmo das entregas.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