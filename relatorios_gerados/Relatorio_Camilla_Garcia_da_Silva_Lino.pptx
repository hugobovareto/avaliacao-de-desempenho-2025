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Camilla Garcia da Silva Lino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5906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Escuta ativa, comunicação assertiva, adaptabilidade, criatividade e organização.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Leitura de cenário, comunicação não violenta e adaptação.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Desenvolver estratégias de retorno das demandas projetadas para as escolas nas quais meu contato é apenas remoto, visto que após essa quebra de barreira o contato flui assertivamente, mas ainda preciso entender de que forma consigo ser mais efetiva nos retornos frente a uma nova demanda proposta.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Sugestão de 3 palavras-chave bem versáteis pra esse tipo de resposta:</a:t>
            </a:r>
          </a:p>
          <a:p/>
          <a:p>
            <a:r>
              <a:t>Autonomia, Protagonismo e Confiança no seu conhecimento.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