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Ailana Dellis Oliveira Nogueira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2_22853559039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Ter uma comunicação assertiva, expressando pensamentos e necessidades de forma respeitosa; Trabalhar em grupo de forma harmoniosa; Organizar uma agenda coerente e buscar resolver imprevistos que possam vir a acontecer de forma ágil e otimista, buscando entregar o que foi solicitado com excelência.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2. Adaptabilidade: Ajusta-se às mudanças e novas demandas com flexibilidade, compreendendo que processos podem sofrer ajustes. Mantém abertura para rever estratégias e incorporar novas orientações quando necessário.</a:t>
            </a:r>
          </a:p>
          <a:p/>
          <a:p>
            <a:r>
              <a:t>3. Pensamento Crítico: Avalia informações de forma criteriosa, analisando diferentes perspectivas antes de tomar decisões. Baseia suas conclusões em dados e evidências, contribuindo para escolhas mais assertivas.</a:t>
            </a:r>
          </a:p>
          <a:p/>
          <a:p>
            <a:r>
              <a:t>4. Resiliência: Mantém perseverança diante de dificuldades e pressões, conseguindo restabelecer o foco mesmo em situações adversas. Enfrenta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 gostaria de estar mais próxima do chão da escola, participando, auxiliando e articulando mais constantemente de forma presencial junto às escolas do GA RN. Enquanto projeto profissional pessoal penso em cursar pedagogia (remotamente), para ter maior domínio teórico e aumentar as práticas pedagógicas acerca de tal ciência.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Ampliar sua visibilidade institucional por meio de um posicionamento mais proativo e de maior presença nas agendas. Uma atuação mais evidenciada contribui para o reconhecimento do trabalho realizado e para o fortalecimento de sua participação nas frentes estratégicas.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