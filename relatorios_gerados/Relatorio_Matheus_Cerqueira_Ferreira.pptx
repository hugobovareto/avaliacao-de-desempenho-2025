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Matheus Cerqueira Ferreira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4,5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2,9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412222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412222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412222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412222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412222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3_22853412222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412222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1_22853412222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3_22853412222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412222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2_22853412222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412222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412222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3_22853412222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412222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2_22853412222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3_22853412222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3_22853412222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412222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2_22853412222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2_22853412222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Costumo trabalhar com boa organização e clareza, o que ajuda a simplificar processos e orientar as escolas e equipes com objetividade. Tenho facilidade em analisar dados e transformá-los em informações úteis, o que se tornou um diferencial no acompanhamento das avaliações. Além disso, mantenho uma postura colaborativa e respeitosa, o que facilita a comunicação com diferentes perfis de gestores e coordenadores. Minha constância nas entregas e meu senso de responsabilidade também contribuem para a fluidez das ações.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Planejamento e Organização: O colaborador apresenta facilidades em estruturar suas atividades de forma organizada, demonstrando eficiência na definição de prioridades e no cumprimento de prazos. Observa-se organização em rotinas, informações e materiais (planilhas), dando fluidez na execução das tarefas.</a:t>
            </a:r>
          </a:p>
          <a:p/>
          <a:p>
            <a:r>
              <a:t>2. Proatividade: O colaborador demonstra postura proativa, antecipando demandas e identificando oportunidades de melhoria antes mesmo de serem solicitadas. Age com iniciativa, busca soluções de forma autônoma e contribui ativamente para o avanço das atividades, apoiando a equipe e fortalecendo os resultados do setor.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Gostaria de aprofundar meu domínio nas ferramentas de análise e nos indicadores educacionais para elevar a qualidade das devolutivas e apoiar melhor as escolas em suas decisões. No projeto, quero avançar no planejamento de ações mais estratégicas e preventivas, não apenas corretivas. No âmbito profissional, busco aprimorar minhas habilidades de facilitação, condução de reuniões e mediação com equipes diversas, para fortalecer meu papel de articulador.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Comunicação violenta com a equipe interna - Competências de Relacionamento: Desenvolver habilidades relacionadas a comunicação, principalmente voltada a comunicação não violenta, como abordar e desenvolver assuntos sensíveis.</a:t>
            </a:r>
          </a:p>
          <a:p/>
          <a:p>
            <a:r>
              <a:t>2. Clareza de Vínculo Institucional: Observa-se confusão no entendimento sobre o pertencimento institucional, havendo, em alguns momentos, a percepção de vínculo com a DIREC, quando, na realidade, o colaborador integra a equipe da FGV. Essa falta de clareza pode impactar o alinhamento de papéis, responsabilidades e a comunicação institucional, sendo necessário reforçar por inúmeras vezes o reconhecimento do vínculo e das atribuições correspondentes.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