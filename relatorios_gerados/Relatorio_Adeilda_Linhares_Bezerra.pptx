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Adeilda Linhares Bezerra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4,0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5,0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511264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 relação que consegui conquistar na DIREC e com isso a ajuda em relação as demandas que precisa cumprir.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dedicação, educação e sensibilidade.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Crescer cada vez mais profissionalmente dentro do projeto de acordo com as oportunidades que possam aparecer.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autonomia, confiança e oratória.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