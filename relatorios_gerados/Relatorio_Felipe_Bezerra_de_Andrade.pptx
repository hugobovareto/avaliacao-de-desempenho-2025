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Felipe Bezerra de Andrade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4,4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4,9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2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22261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Paciência, capacidade  de escuta e pensamento estratégico.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Proativo, Conhecimento técnico e adaptação.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Preciso entender melhor como minha atuação se relaciona com as diferentes frentes do projeto GA e também estudar mais sobre a legislação referente à meu campo de atuação.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Feedback, Gestão de Prioridades e Protagonismo.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