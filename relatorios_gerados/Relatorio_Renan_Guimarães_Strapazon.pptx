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Renan Guimarães Strapazon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399718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- Bom relacionamento e parceria com a equipe;</a:t>
            </a:r>
          </a:p>
          <a:p>
            <a:r>
              <a:t>- Maturidade na organização DGPE, o que facilita no entendimento e funcionamento de alguns processos em que estamos inserindo, além de facilitar o contato com algumas estruturas de apoio da instituição;</a:t>
            </a:r>
          </a:p>
          <a:p>
            <a:r>
              <a:t>- Visão estratégica sobre as ações desenvolvidas - facilidade com ferramentas e ritos de gestão sobre demandas e entregas do time, desenvolvimento de materiais de apoio;</a:t>
            </a:r>
          </a:p>
          <a:p>
            <a:r>
              <a:t>- Sistematização e organização de materiais do projeto.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Renan é um profissional que se destaca em diversos aspectos, tornando-se um membro valioso da equipe. Os principais pontos fortes observados em seu desempenho incluem:</a:t>
            </a:r>
          </a:p>
          <a:p>
            <a:r>
              <a:t>1. Atencioso e Organizado: Renan mantém um alto nível de atenção aos detalhes, o que é evidenciado pela sua organização e pelo cuidado que demonstra ao lidar com as planilhas dos projetos. Ele acompanha eficientemente a entrega de produtos, assim como a parte financeira relacionada a passagens, diárias e hospedagem.</a:t>
            </a:r>
          </a:p>
          <a:p>
            <a:r>
              <a:t>2. Conhecimento em Gestão: Sua sólida base de conhecimento em gestão é um diferencial importante. Isso lhe permite compreender e aplicar práticas eficazes, sendo um recurso confiável para a equipe.</a:t>
            </a:r>
          </a:p>
          <a:p>
            <a:r>
              <a:t>3. Gestão de Tempo e Demandas: Renan possui habilidades na gestão do tempo, o que lhe permite priorizar tarefas d...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- gestão de entregas para o projeto - apoiando no desenvolvimento e criação de ritos de gestão para apoiar no desenvolvimento das ações executadas pelas equipes;</a:t>
            </a:r>
          </a:p>
          <a:p>
            <a:r>
              <a:t>- realização de MBA da FGV - já solicitado desde janeiro de 2025 e ainda está em analise pelas superintendências de projetos e pessoas;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Embora Renan apresente diversos pontos fortes, existem algumas oportunidades de desenvolvimento que podem contribuir para seu crescimento profissional e aprimorar ainda mais suas habilidades:</a:t>
            </a:r>
          </a:p>
          <a:p>
            <a:r>
              <a:t>1. Conhecimento sobre o Projeto Gestão da Aprendizagem: É importante que Renan aprofunde seu entendimento sobre o projeto de gestão da aprendizagem. Esse conhecimento não apenas o tornará mais versátil dentro da DGPE, mas também o preparará para assumir uma posição de gerência de projeto no futuro. Compreender as nuances de cada frente de atuação do projeto ajudará a expandir sua visão sistêmica e estratégica, sendo fundamental para o sucesso em funções de maior responsabilidade.</a:t>
            </a:r>
          </a:p>
          <a:p>
            <a:r>
              <a:t>2. Desenvolvimento da Visão Sistêmica: Aprofundar-se no projeto permitirá que Renan desenvolva uma visão mais ampla das 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