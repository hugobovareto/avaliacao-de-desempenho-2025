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Glicia Débora Gomes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3,8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2,9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2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2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1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3_2285358820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Sou uma pessoa muito adaptável e comunicativa, então tenho facilidade em lidar com mudanças, novos contextos e situações inesperadas e de adaptar minha comunicação conforme contexto e público. Também posso citar que trabalho bem em equipe, aprendo rápido e não deixo as emoções influenciarem no momento de lidar com desafios e pensar soluções.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Inteligência Emocional: Demonstra habilidade para reconhecer e lidar com as próprias emoções, mantendo equilíbrio diante de pressões e desafios. Mostra sensibilidade ao perceber as emoções dos outros, contribuindo para um ambiente de trabalho mais acolhedor e respeitoso.</a:t>
            </a:r>
          </a:p>
          <a:p/>
          <a:p>
            <a:r>
              <a:t>2. Comunicação: Comunica-se de forma clara e objetiva, tanto na expressão verbal quanto escrita. Demonstra capacidade de ouvir atentamente, compreender demandas e transmitir informações com precisão, favorecendo a fluidez do trabalho.</a:t>
            </a:r>
          </a:p>
          <a:p/>
          <a:p>
            <a:r>
              <a:t>3. Trabalho em Equipe: Mantém uma postura colaborativa, interagindo de forma respeitosa e construtiva com os colegas. Participa ativamente das atividades coletivas e contribui para fortalecer o clima de cooperação no grupo.</a:t>
            </a:r>
          </a:p>
          <a:p/>
          <a:p>
            <a:r>
              <a:t>4. Resolução de Problemas: Apresenta capacidade de identific...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Para o projeto, quero fortalecer  minha capacidade de articulação com as equipes escolares, também tenho interesse em aprofundar conhecimentos sobre monitoramento de indicadores e uso de dados. Como profissional, quero aprimorar competências em gestão de projetos, qualificando processos, ferramentas e metodologias para utilização diária.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1. Desatualização de Dados e Registros;                                                                                                                                        2. Planejamento e Organização: A colaboradora apresenta dificuldades em estruturar suas atividades de forma organizada, demonstrando falhas na definição de prioridades e no cumprimento de prazos. Observa-se falta de organização em rotinas, informações e materiais, o que compromete a eficiência e a fluidez na execução das tarefas.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