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Carlos Alberto de Ávila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pic>
        <p:nvPicPr>
          <p:cNvPr id="460" name="Picture 459" descr="radar_geral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3,2</a:t>
            </a:r>
          </a:p>
        </p:txBody>
      </p:sp>
      <p:pic>
        <p:nvPicPr>
          <p:cNvPr id="10" name="Picture 9" descr="radar_lideranca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06011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Assertivo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consigo pensar em nada no momento.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