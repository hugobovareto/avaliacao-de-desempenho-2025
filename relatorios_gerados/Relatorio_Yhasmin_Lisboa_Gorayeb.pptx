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Yhasmin Lisboa Gorayeb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3,9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4,9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408232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408232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408232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408232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1_22853408232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1_22853408232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408232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1_22853408232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1_22853408232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408232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2_22853408232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408232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408232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2_22853408232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408232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1_22853408232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1_22853408232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4_22853408232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408232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1_22853408232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1_22853408232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Reconheço como pontos fortes minha capacidade de organização, tanto de processos como de demandas, percebo que tenho facilidade em visualizar problemas ou entraves e propor melhorias a partir da interligação e estruturação junto a ferramentas e metodologias de gestão de projetos. Considero que consigo entrar em um tema complexo, colocar ordem e construir uma lógica de trabalho que outros também possam seguir e compreender.</a:t>
            </a:r>
          </a:p>
          <a:p>
            <a:r>
              <a:t>Outro ponto forte é a forma como busco entender as causas e a lógica das coisas, não apenas executar tarefas. Esse movimento me ajuda a compreender contextos e a produzir materiais mais consistentes, porque consigo conectar o objetivo maior às ações práticas e evitar soluções superficiais.</a:t>
            </a:r>
          </a:p>
          <a:p>
            <a:r>
              <a:t>Embora esteja atuando de forma mais interna, acredito que tenho boa capacidade ...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Proatividade e resolutividade, com foco na qualidade da entrega. Aptidão técnica com análise de dados. Comunicação assertiva, objetividade.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Tenho buscado materiais e formas de aprofundar minha compreensão dos aspectos pedagógicos envolvidos no universo da educação, creio que isso possa me ajudar a melhorar minhas entregas para a secretaria e auxiliar nas minhas contribuições para o projeto.</a:t>
            </a:r>
          </a:p>
          <a:p>
            <a:r>
              <a:t>Também gostaria de poder desenvolver mais as práticas de facilitação e formação, pois parte do trabalho envolve apoiar equipes e conduzir discussões com gestores, mas também porque sempre gostei de facilitar momentos de construção coletiva quando trabalhava na secretaria, esses momentos eram satisfatórios e gostaria de poder me desenvolver ainda mais nesse aspecto.</a:t>
            </a:r>
          </a:p>
          <a:p>
            <a:r>
              <a:t>Do ponto de vista pessoal, além de trabalhar a tendência de me cobrar mais do que o necessário, gostaria de voltar a fazer inglês, pois parei no nível intermediário e no senti...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Colocar-se mais em situações que permitam destaque individual e/ou a construção de uma relação profissional positiva para a carreira.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