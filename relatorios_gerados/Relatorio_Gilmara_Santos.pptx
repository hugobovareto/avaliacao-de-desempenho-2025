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Gilmara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221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Proatividade; ter lealdade profissional; cordial com os colegas de trabalho; saber trabalhar em equipe; gerenciar o tempo de acordo com as demandas.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fechar o ciclo de 2025, gostaria de entregar com êxito todas as demandas que foi repassada, que a regional permaneça em destaque.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Ampliar sua visibilidade institucional por meio de um posicionamento mais proativo e de maior presença nas agendas. Uma atuação mais evidenciada contribui para o reconhecimento do trabalho realizado e para o fortalecimento de sua participação nas frentes estratégicas.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