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Juan Vitor Fagiani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2,2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26713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Capacidade de execução em escala, articulando atores, processos e dados para garantir entregas.</a:t>
            </a:r>
          </a:p>
          <a:p/>
          <a:p>
            <a:r>
              <a:t>Organização e planejamento: antecipação de problemas,  condução de logística, comunicação intersetorial e acompanhamento de processos.</a:t>
            </a:r>
          </a:p>
          <a:p/>
          <a:p>
            <a:r>
              <a:t>Mobilização e engajamento da rede: mediação de resistências, conversas de apoio, visitas e reuniões que resultaram em adesão das escolas e movimentos de toda a comunidade escolar a partir de estratégias desenvolvidas em conjunto com as escolas e adaptadas aos seus contextos.</a:t>
            </a:r>
          </a:p>
          <a:p/>
          <a:p>
            <a:r>
              <a:t>Forte competência em análise de dados e indicadores, transformando evidências em recomendações claras.</a:t>
            </a:r>
          </a:p>
          <a:p/>
          <a:p>
            <a:r>
              <a:t>Habilidade para estruturar formações e materiais de suporte, com comunicação assertiva e foco em resultados.</a:t>
            </a:r>
          </a:p>
          <a:p/>
          <a:p>
            <a:r>
              <a:t>Visão estratégica: priorização de ações com maior impacto, monitoramento 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Resolução de problemas - O colaborador revela uma postura resolutiva no seu cotidiano de trabalho, pois identifica e traz possíveis soluções para desafios encontrados no seu cotidiano, com agilidade e responsabilidade, garantindo que os processos avancem.</a:t>
            </a:r>
          </a:p>
          <a:p/>
          <a:p>
            <a:r>
              <a:t>Aprendizagem e Desenvolvimento - incorpora novas informações externas ou internas, referências e aprendizados que ampliam sua capacidade de atuação e fortalecem a qualidade de suas análises e decisões.</a:t>
            </a:r>
          </a:p>
          <a:p/>
          <a:p>
            <a:r>
              <a:t>Aprendizagem e Desenvolvimento -  sua disposição em compartilhar a própria experiência, conhecimentos especializados e boas práticas com outros(as) colaboradores(as), contribui para o desenvolvimento coletivo da equipe e promovendo um ambiente de colaboração, troca e crescimento profissional."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Como profissional</a:t>
            </a:r>
          </a:p>
          <a:p/>
          <a:p>
            <a:r>
              <a:t>- Aprofundar conhecimento em ferramentas de dados: Excel avançado, Power BI, análise e visualização para tomada de decisão.</a:t>
            </a:r>
          </a:p>
          <a:p/>
          <a:p>
            <a:r>
              <a:t>- Aprender mais sobre o fluxo escolar e como contribuir para que menos estudantes abandonem a escola e consigam ter um percurso de sucesso escolar. </a:t>
            </a:r>
          </a:p>
          <a:p/>
          <a:p>
            <a:r>
              <a:t>- Melhorar relação e comunicação com lideranças, alcançando o mesmo nível de clareza e confiança que já possuo com articuladores, regional e escolas.</a:t>
            </a:r>
          </a:p>
          <a:p/>
          <a:p>
            <a:r>
              <a:t>No projeto</a:t>
            </a:r>
          </a:p>
          <a:p/>
          <a:p>
            <a:r>
              <a:t>- Buscar novas formas de apoiar o cotidiano escolar, indo além da facilitação para entrega produtos, com foco em práticas pedagógicas e permanência.</a:t>
            </a:r>
          </a:p>
          <a:p/>
          <a:p>
            <a:r>
              <a:t>- Desenvolver estratégias para engajamento da comunidade escolar, envolvendo famílias, equipe pedagógica e gestão.</a:t>
            </a:r>
          </a:p>
          <a:p/>
          <a:p>
            <a:r>
              <a:t>- Promover momentos recorrentes de troca de boas práticas entre gestores e...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Adaptabilidade: Observa-se dificuldade em compreender que, por se tratar de um projeto novo e ainda em fase de implementação, algumas ações exigem correções de rota rápidas e mudanças nas orientações. Tais alterações acabam gerando desconforto e certa incompreensão no processo de adaptação.    </a:t>
            </a:r>
          </a:p>
          <a:p>
            <a:r>
              <a:t>                                                                                 </a:t>
            </a:r>
          </a:p>
          <a:p>
            <a:r>
              <a:t>Foco em resultados: mesmo com tarefas operacionais, entender que as demandas provém do projeto, e da necessidade em dar andamento a algumas ações.        </a:t>
            </a:r>
          </a:p>
          <a:p>
            <a:r>
              <a:t>                                                                                                                                                                           Competências de Relacionamento - Desenvolver habilidades relacionadas a comunicação, principa...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