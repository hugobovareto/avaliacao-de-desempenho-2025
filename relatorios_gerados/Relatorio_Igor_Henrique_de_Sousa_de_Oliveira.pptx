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Igor Henrique de Sousa de Oliveira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4,9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2,3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4,9</a:t>
            </a:r>
          </a:p>
        </p:txBody>
      </p:sp>
      <p:pic>
        <p:nvPicPr>
          <p:cNvPr id="460" name="Picture 459" descr="radar_geral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2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4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88239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Resiliência e positividade.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Resolução de problemas: O colaborador revela uma postura resolutiva no seu cotidiano de trabalho, pois identifica e traz possiveis solucões para desafios encontradas no dia a dia com agilidade e responsabilidade, garantindo que os processos avancem sem prejuízo para as entregas do projeto.</a:t>
            </a:r>
          </a:p>
          <a:p/>
          <a:p>
            <a:r>
              <a:t>2. Adaptabilidade: Ajusta-se às mudanças e novas demandas com flexibilidade, compreendendo que processos podem sofrer ajustes. Mantém abertura para rever estratégias e incorporar novas orientações quando necessário.</a:t>
            </a:r>
          </a:p>
          <a:p/>
          <a:p>
            <a:r>
              <a:t>3. Resiliência: Mantém perseverança diante de dificuldades e pressões, conseguindo restabelecer o foco mesmo em situações adversas. Enfrenta desafios com maturidade e segue comprometido com os resultados esperados.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Tem experiência no campo de atuação.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Gostaria de continuar atuando em projetos como o GA, acompanhando os resultados do trabalho que venho desenvolvendo. Tenho buscado aprimorar minhas habilidades de comunicação e acredito que isso contribuirá ainda mais para meus resultados como profissional.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Proatividade: O colaborador apresenta baixa proatividade, aguardando orientações para iniciar tarefas e deixando de antecipar demandas importantes. Demonstra pouca iniciativa para propor soluções ou contribuir de forma autônoma, o que limita sua participação nos processos e impacta o ritmo das entregas.</a:t>
            </a:r>
          </a:p>
          <a:p/>
          <a:p>
            <a:r>
              <a:t>2. Planejamento e Organização: O colaborador apresenta dificuldades em estruturar suas atividades de forma organizada, demonstrando falhas na definição de prioridades e no cumprimento de prazos.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Sem sugestôes no momento.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