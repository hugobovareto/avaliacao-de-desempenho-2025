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Luanna Karolyne de Oliveira Cavalcanti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4,7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3,1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2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39159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trabalho em equipe e colaboração, adaptabilidade, organização e planejamento, orientação a resultados.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colaboradora demonstra postura profissional e disponibilidade para apoiar a equipe sempre que solicitada. Nos últimos meses, vi uma melhora significativa em sua proatividade, assumindo demandas com mais iniciativa. Além disso, mantém boa convivência no ambiente de trabalho e trabalha bem em 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Pretendo aprofundar meu domínio em comunicação assertiva, desenvolver maior expertise em ferramentas de gestão de projetos, aprimorar técnicas para gerenciamento de um volume maior de tarefas sem comprometer a qualidade e começar a assumir um papel mais ativo nas definições estratégicas dentro da equipe - atual - ou geral do projeto.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colaboradora ainda pode avançar na autonomia, identificando necessidades do projeto antes do direcionamento direto. Vejo oportunidade de lidar com feedbacks com mais naturalidade e abertura, entendendo-o como processo de desenvolvimento e não como crítica pessoal. Também é importante fortalecer a consistência das entregas, para que a qualidade seja mais estável, independentemente da tarefa.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