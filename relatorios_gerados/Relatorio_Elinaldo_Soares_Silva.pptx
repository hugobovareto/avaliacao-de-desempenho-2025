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Elinaldo Soares Silva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3,5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47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Meus principais pontos fortes estão relacionados à minha capacidade de organização, ao domínio técnico na área educacional, especialmente na área de Ensino de Língua Portuguesa  e à habilidade de conduzir formações  nessa área com clareza e segurança. Sou comprometido com a qualidade do trabalho que realizo e mantenho um olhar atento para alinhar orientações, práticas e metas do projeto. Também possuo boa comunicação, o que facilita o diálogo com equipes, gestores e professores, promovendo colaboração e engajamento. Além disso, tenho facilidade para analisar situações, propor soluções e adaptar estratégias conforme as necessidades do contexto. Esses aspectos fortalecem minha atuação e contribuem diretamente para os resultados positivos alcançados.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Conhecimento Técnico: Elinaldo demonstra um sólido conhecimento técnico, essencial para sua função como especialista em língua portuguesa no projeto. Isso garante que ele possa oferecer orientações consistentes e fundamentadas.</a:t>
            </a:r>
          </a:p>
          <a:p>
            <a:r>
              <a:t>2. Domínio na Formação de Professores: Ele possui uma habilidade notável para formar professores, o que inclui não apenas a transmissão de conhecimento, mas também o desenvolvimento de competências práticas necessárias para o ensino eficaz.</a:t>
            </a:r>
          </a:p>
          <a:p>
            <a:r>
              <a:t>3. Boa Didática: A didática de Elinaldo é eficiente, permitindo que ele se comunique de forma clara e envolvente. Essa habilidade é crucial para garantir que os educadores possam compreender e aplicar os conceitos apresentados.</a:t>
            </a:r>
          </a:p>
          <a:p>
            <a:r>
              <a:t>4. Desenvoltura na Criação de Videoaulas: Durante a criação de videoaulas para a formação a distâ...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desenvolver novas competências que ampliem minha contribuição para o projeto e fortaleçam meu crescimento profissional, como participar em evento formativos promovido pela FGV. Para o projeto, desejo aprimorar ainda mais minha capacidade de elaborar materiais formativos estratégicos e aprofundar o uso de dados para apoiar tomadas de decisão mais precisas. Também quero avançar na construção de práticas que promovam maior engajamento das equipes e maior alinhamento entre as ações formativas e os resultados esperados. Como profissional, pretendo investir em estudos sobre liderança educacional, gestão de processos formativos e metodologias inovadoras de ensino na área de Língua  Portuguesa e formação de professores. Além disso, busco aprimorar minhas habilida...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Exploração de Formas Didáticas Inovadoras: Elinaldo pode se beneficiar ao explorar e implementar diferentes abordagens didáticas e objetos de aprendizagem que sejam mais relevantes e significativos para os estudantes. Isso pode incluir metodologias ativas, gamificação e o uso de recursos digitais interativos.</a:t>
            </a:r>
          </a:p>
          <a:p>
            <a:r>
              <a:t>2. Diversificação na Formação de Professores: Oferecer formas diferenciadas de formação continuada para os professores pode ser uma oportunidade significativa. Isso incluirá workshops práticos, seminários online e sessões de coaching que se adaptem às necessidades e realidades dos educadores.</a:t>
            </a:r>
          </a:p>
          <a:p>
            <a:r>
              <a:t>3. Identificação de Lacunas no Aprendizado: Desenvolver habilidades para que os professores identifiquem e abordem lacunas no aprendizado dos estudantes é crucial. Elinaldo pode promover es...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