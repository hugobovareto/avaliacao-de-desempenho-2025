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Dacelinda Daniela Sobrinha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4,5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4,9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06007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confiança conquistada, o resultado dos trabalhos desenvolvidos e que estão desenvolvendo. Chegando com humildade e sempre disposta a ajudar. Isso fez a diferença!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Persistência, Leitura de cenário e Prestativa.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o projeto gostaria de contribuir mais,  pois como são muitas escolas e varias DIRECs e a dificuldade do transporte limita a ajuda necessária e muitos gestores escolares tem dificuldade com tecnologias. Mesmo buscando de formas alternativas, com ajuda reuniões virtuais, ligações tem ajudado.</a:t>
            </a:r>
          </a:p>
          <a:p>
            <a:r>
              <a:t>Quanto ao profissional, a perspectiva é de crescimento com conhecimento, humildade e com oportunidades que possam surgir.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Autonomia, Comunicação e Ferramentas.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