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33"/>
  </p:notesMasterIdLst>
  <p:sldIdLst>
    <p:sldId id="256" r:id="rId2"/>
    <p:sldId id="276" r:id="rId3"/>
    <p:sldId id="277" r:id="rId4"/>
    <p:sldId id="272" r:id="rId5"/>
    <p:sldId id="289" r:id="rId6"/>
    <p:sldId id="301" r:id="rId7"/>
    <p:sldId id="298" r:id="rId8"/>
    <p:sldId id="299" r:id="rId9"/>
    <p:sldId id="290"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275" r:id="rId25"/>
    <p:sldId id="283" r:id="rId26"/>
    <p:sldId id="284" r:id="rId27"/>
    <p:sldId id="285" r:id="rId28"/>
    <p:sldId id="286" r:id="rId29"/>
    <p:sldId id="287" r:id="rId30"/>
    <p:sldId id="316" r:id="rId31"/>
    <p:sldId id="293" r:id="rId32"/>
  </p:sldIdLst>
  <p:sldSz cx="9144000" cy="5143500" type="screen16x9"/>
  <p:notesSz cx="6858000" cy="9144000"/>
  <p:embeddedFontLst>
    <p:embeddedFont>
      <p:font typeface="Catamaran ExtraBold" panose="020B0604020202020204" charset="0"/>
      <p:bold r:id="rId34"/>
    </p:embeddedFont>
    <p:embeddedFont>
      <p:font typeface="Nunito" pitchFamily="2" charset="0"/>
      <p:regular r:id="rId35"/>
      <p:bold r:id="rId36"/>
      <p:italic r:id="rId37"/>
      <p:boldItalic r:id="rId38"/>
    </p:embeddedFont>
    <p:embeddedFont>
      <p:font typeface="Nunito ExtraBold" pitchFamily="2" charset="0"/>
      <p:bold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6DC"/>
    <a:srgbClr val="CC8A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417754635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3417754635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4433cd25ef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34433cd25ef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4433cd25ef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4433cd25ef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41858a217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341858a217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4177546355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5B7D436E-8CFC-0A0C-0C32-8B5C81DC10DE}"/>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80BF559-01F7-0342-CAAC-5084836BA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4280C0A-4E1D-FB1E-4432-12F73DC3D6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1548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0D8C8D83-E5C0-D93F-7D21-9EE2015DAA56}"/>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B9A8D79-3980-DD17-3798-C87289D66E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AC16D134-51C4-7214-00EB-3553314580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7742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8915645D-69C5-1E5E-DDAE-C54FCD2CA6B2}"/>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59B1195D-D0B2-6CEA-2FFE-671AC3D1BD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F165D855-D189-42E8-95D8-079E754634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8455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4177546355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AF7D001A-3D9D-093F-8632-6F32C550993B}"/>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F516E20F-B25B-91BE-A496-E18151BCB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B823014C-7804-4ED3-D156-8B38C7BEB8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151459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2C377DA2-A3BC-2937-6E95-BEED5C28F621}"/>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7C0CA4AA-03F5-4DD9-98A3-C310FE9100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985902B9-43A9-44BF-D01F-95F4BC1354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8508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2A45FAEC-FDF8-CD01-161C-35786D0E266D}"/>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03116048-0A28-6DF5-71FC-F5B90924C5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43527797-2644-B511-BF96-C2F5E8EE55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035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810ECDD2-378F-C11C-EF2F-F43D3E513C26}"/>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266216CE-994B-A3A6-6924-CE3C0E37BD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8BA229E7-188E-401A-2CE8-9E5D16D5BB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2107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496F262D-F00F-C88F-75A3-FB10A17A0612}"/>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CF0DE602-B622-4F0E-149F-C62A661E62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34A9E304-CD1A-5825-B23D-9459351C1E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1011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0D826FE4-1961-F2DC-42D6-AF7B1C8F3763}"/>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3739A662-FA68-544A-07F0-397AE55A5C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42556B89-1E91-818F-9C1B-7B11DDFD50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40250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3861238A-DBD3-74B4-CF16-2478A797ACBC}"/>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B321EB15-4C55-46FD-C31A-590F9CB54E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CD5B44BF-78EB-F212-2FCA-B762942871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826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A96EA28D-8AA3-518E-B840-BF9167C33C91}"/>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FA338C22-3CF1-94E3-A66E-2114A9D811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68FF3618-C609-57CA-C1A2-E5DD7101B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9380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F2F250FE-ADFF-0BF6-A40E-35555A95508B}"/>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6C589635-BACA-5EEE-0923-0A9AE17FD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29829D8-95AB-96B9-4E4E-A64A55EFA6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8697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DF764C5F-B788-A792-ABFF-22335B722B84}"/>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83A87040-2205-56C1-A7F3-D5A8BCE46D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D6E9062-0484-1DBE-E546-43BAC431E0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5644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a:extLst>
            <a:ext uri="{FF2B5EF4-FFF2-40B4-BE49-F238E27FC236}">
              <a16:creationId xmlns:a16="http://schemas.microsoft.com/office/drawing/2014/main" id="{23F59B44-AB7B-5B80-BD91-DA3BD2C0A36B}"/>
            </a:ext>
          </a:extLst>
        </p:cNvPr>
        <p:cNvGrpSpPr/>
        <p:nvPr/>
      </p:nvGrpSpPr>
      <p:grpSpPr>
        <a:xfrm>
          <a:off x="0" y="0"/>
          <a:ext cx="0" cy="0"/>
          <a:chOff x="0" y="0"/>
          <a:chExt cx="0" cy="0"/>
        </a:xfrm>
      </p:grpSpPr>
      <p:sp>
        <p:nvSpPr>
          <p:cNvPr id="532" name="Google Shape;532;g34177546355_0_201:notes">
            <a:extLst>
              <a:ext uri="{FF2B5EF4-FFF2-40B4-BE49-F238E27FC236}">
                <a16:creationId xmlns:a16="http://schemas.microsoft.com/office/drawing/2014/main" id="{2487B5BE-05E6-7F0C-47E2-00E7C04AA2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34177546355_0_201:notes">
            <a:extLst>
              <a:ext uri="{FF2B5EF4-FFF2-40B4-BE49-F238E27FC236}">
                <a16:creationId xmlns:a16="http://schemas.microsoft.com/office/drawing/2014/main" id="{3437A52E-28B4-5C46-69C4-BA0660545F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46393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6B1869CA-A468-BD85-A5F9-1EA18FD56E57}"/>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023E7F36-F97D-246A-7EE7-9C9211B44D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B185355F-D43E-AAC1-59FB-ED3A2A13AC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8963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9C76EDD0-0E6A-CF4B-C6F6-5D67477CB69B}"/>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F0D51B93-39B7-AE29-9CB1-FBD9D2AF8A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3490F514-5A59-0877-DEA9-48427A012A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8843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a:extLst>
            <a:ext uri="{FF2B5EF4-FFF2-40B4-BE49-F238E27FC236}">
              <a16:creationId xmlns:a16="http://schemas.microsoft.com/office/drawing/2014/main" id="{BDD68253-42DD-4B53-B634-90531E91A64C}"/>
            </a:ext>
          </a:extLst>
        </p:cNvPr>
        <p:cNvGrpSpPr/>
        <p:nvPr/>
      </p:nvGrpSpPr>
      <p:grpSpPr>
        <a:xfrm>
          <a:off x="0" y="0"/>
          <a:ext cx="0" cy="0"/>
          <a:chOff x="0" y="0"/>
          <a:chExt cx="0" cy="0"/>
        </a:xfrm>
      </p:grpSpPr>
      <p:sp>
        <p:nvSpPr>
          <p:cNvPr id="538" name="Google Shape;538;g34177546355_0_205:notes">
            <a:extLst>
              <a:ext uri="{FF2B5EF4-FFF2-40B4-BE49-F238E27FC236}">
                <a16:creationId xmlns:a16="http://schemas.microsoft.com/office/drawing/2014/main" id="{C52CA0FF-068F-0583-493D-C7B60BDC12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4177546355_0_205:notes">
            <a:extLst>
              <a:ext uri="{FF2B5EF4-FFF2-40B4-BE49-F238E27FC236}">
                <a16:creationId xmlns:a16="http://schemas.microsoft.com/office/drawing/2014/main" id="{FCF95A3D-7DF1-DE73-F6A7-CF5EFAF95A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2635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341858a217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341858a217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41858a217f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41858a217f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41858a217f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341858a217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341858a217f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341858a217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41858a217f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41858a217f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41858a217f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341858a217f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a:extLst>
            <a:ext uri="{FF2B5EF4-FFF2-40B4-BE49-F238E27FC236}">
              <a16:creationId xmlns:a16="http://schemas.microsoft.com/office/drawing/2014/main" id="{7C59F665-E10D-88C0-EE84-606D4FAB619B}"/>
            </a:ext>
          </a:extLst>
        </p:cNvPr>
        <p:cNvGrpSpPr/>
        <p:nvPr/>
      </p:nvGrpSpPr>
      <p:grpSpPr>
        <a:xfrm>
          <a:off x="0" y="0"/>
          <a:ext cx="0" cy="0"/>
          <a:chOff x="0" y="0"/>
          <a:chExt cx="0" cy="0"/>
        </a:xfrm>
      </p:grpSpPr>
      <p:sp>
        <p:nvSpPr>
          <p:cNvPr id="491" name="Google Shape;491;g341858a217f_0_57:notes">
            <a:extLst>
              <a:ext uri="{FF2B5EF4-FFF2-40B4-BE49-F238E27FC236}">
                <a16:creationId xmlns:a16="http://schemas.microsoft.com/office/drawing/2014/main" id="{2D3B0B3A-F8F1-BB9C-CADF-77ECFABC3D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341858a217f_0_57:notes">
            <a:extLst>
              <a:ext uri="{FF2B5EF4-FFF2-40B4-BE49-F238E27FC236}">
                <a16:creationId xmlns:a16="http://schemas.microsoft.com/office/drawing/2014/main" id="{FB18C583-D78A-2A50-8491-2B76297746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43427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4177546355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34177546355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1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2.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9.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3" title="GARN_IDV_elementos_algodãoamareloclaro.png"/>
          <p:cNvPicPr preferRelativeResize="0"/>
          <p:nvPr/>
        </p:nvPicPr>
        <p:blipFill>
          <a:blip r:embed="rId2">
            <a:alphaModFix/>
          </a:blip>
          <a:stretch>
            <a:fillRect/>
          </a:stretch>
        </p:blipFill>
        <p:spPr>
          <a:xfrm rot="571523">
            <a:off x="2392029" y="4269901"/>
            <a:ext cx="228381" cy="560955"/>
          </a:xfrm>
          <a:prstGeom prst="rect">
            <a:avLst/>
          </a:prstGeom>
          <a:noFill/>
          <a:ln>
            <a:noFill/>
          </a:ln>
        </p:spPr>
      </p:pic>
      <p:pic>
        <p:nvPicPr>
          <p:cNvPr id="15" name="Google Shape;15;p3" title="GARN_IDV_elementos_algodãoamareloclaro2.png"/>
          <p:cNvPicPr preferRelativeResize="0"/>
          <p:nvPr/>
        </p:nvPicPr>
        <p:blipFill>
          <a:blip r:embed="rId3">
            <a:alphaModFix/>
          </a:blip>
          <a:stretch>
            <a:fillRect/>
          </a:stretch>
        </p:blipFill>
        <p:spPr>
          <a:xfrm rot="824407">
            <a:off x="2012200" y="4107865"/>
            <a:ext cx="323899" cy="678309"/>
          </a:xfrm>
          <a:prstGeom prst="rect">
            <a:avLst/>
          </a:prstGeom>
          <a:noFill/>
          <a:ln>
            <a:noFill/>
          </a:ln>
        </p:spPr>
      </p:pic>
      <p:pic>
        <p:nvPicPr>
          <p:cNvPr id="16" name="Google Shape;16;p3" title="GARN_IDV_elementos_algodãomarromclaro.png"/>
          <p:cNvPicPr preferRelativeResize="0"/>
          <p:nvPr/>
        </p:nvPicPr>
        <p:blipFill>
          <a:blip r:embed="rId4">
            <a:alphaModFix/>
          </a:blip>
          <a:stretch>
            <a:fillRect/>
          </a:stretch>
        </p:blipFill>
        <p:spPr>
          <a:xfrm rot="249561">
            <a:off x="1626050" y="4102260"/>
            <a:ext cx="323901" cy="795578"/>
          </a:xfrm>
          <a:prstGeom prst="rect">
            <a:avLst/>
          </a:prstGeom>
          <a:noFill/>
          <a:ln>
            <a:noFill/>
          </a:ln>
        </p:spPr>
      </p:pic>
      <p:pic>
        <p:nvPicPr>
          <p:cNvPr id="17" name="Google Shape;17;p3" title="GARN_IDV_elementos_algodãorosaclaro2.png"/>
          <p:cNvPicPr preferRelativeResize="0"/>
          <p:nvPr/>
        </p:nvPicPr>
        <p:blipFill>
          <a:blip r:embed="rId5">
            <a:alphaModFix/>
          </a:blip>
          <a:stretch>
            <a:fillRect/>
          </a:stretch>
        </p:blipFill>
        <p:spPr>
          <a:xfrm>
            <a:off x="2162959" y="4252233"/>
            <a:ext cx="285038" cy="596291"/>
          </a:xfrm>
          <a:prstGeom prst="rect">
            <a:avLst/>
          </a:prstGeom>
          <a:noFill/>
          <a:ln>
            <a:noFill/>
          </a:ln>
        </p:spPr>
      </p:pic>
      <p:sp>
        <p:nvSpPr>
          <p:cNvPr id="18" name="Google Shape;18;p3"/>
          <p:cNvSpPr/>
          <p:nvPr/>
        </p:nvSpPr>
        <p:spPr>
          <a:xfrm rot="10800000">
            <a:off x="-39" y="-5"/>
            <a:ext cx="9144000" cy="3870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 name="Google Shape;19;p3"/>
          <p:cNvSpPr/>
          <p:nvPr/>
        </p:nvSpPr>
        <p:spPr>
          <a:xfrm rot="10800000">
            <a:off x="-39" y="386995"/>
            <a:ext cx="9144000" cy="387000"/>
          </a:xfrm>
          <a:prstGeom prst="rect">
            <a:avLst/>
          </a:prstGeom>
          <a:solidFill>
            <a:srgbClr val="F4AD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0" name="Google Shape;20;p3" title="GARN_IDV_elementos_sol.png"/>
          <p:cNvPicPr preferRelativeResize="0"/>
          <p:nvPr/>
        </p:nvPicPr>
        <p:blipFill>
          <a:blip r:embed="rId6">
            <a:alphaModFix/>
          </a:blip>
          <a:stretch>
            <a:fillRect/>
          </a:stretch>
        </p:blipFill>
        <p:spPr>
          <a:xfrm>
            <a:off x="5453113" y="-1610850"/>
            <a:ext cx="4043448" cy="4043474"/>
          </a:xfrm>
          <a:prstGeom prst="rect">
            <a:avLst/>
          </a:prstGeom>
          <a:noFill/>
          <a:ln>
            <a:noFill/>
          </a:ln>
        </p:spPr>
      </p:pic>
      <p:pic>
        <p:nvPicPr>
          <p:cNvPr id="21" name="Google Shape;21;p3" title="GARN_IDV_elementos_folhaverde2.png"/>
          <p:cNvPicPr preferRelativeResize="0"/>
          <p:nvPr/>
        </p:nvPicPr>
        <p:blipFill>
          <a:blip r:embed="rId7">
            <a:alphaModFix/>
          </a:blip>
          <a:stretch>
            <a:fillRect/>
          </a:stretch>
        </p:blipFill>
        <p:spPr>
          <a:xfrm rot="-5400000">
            <a:off x="96225" y="247823"/>
            <a:ext cx="1174977" cy="943826"/>
          </a:xfrm>
          <a:prstGeom prst="rect">
            <a:avLst/>
          </a:prstGeom>
          <a:noFill/>
          <a:ln>
            <a:noFill/>
          </a:ln>
        </p:spPr>
      </p:pic>
      <p:sp>
        <p:nvSpPr>
          <p:cNvPr id="22" name="Google Shape;22;p3"/>
          <p:cNvSpPr/>
          <p:nvPr/>
        </p:nvSpPr>
        <p:spPr>
          <a:xfrm rot="10800000">
            <a:off x="-39" y="4756495"/>
            <a:ext cx="9144000" cy="387000"/>
          </a:xfrm>
          <a:prstGeom prst="rect">
            <a:avLst/>
          </a:prstGeom>
          <a:solidFill>
            <a:srgbClr val="AED1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 name="Google Shape;23;p3" title="GARN_IDV_elementos_cacto6.png"/>
          <p:cNvPicPr preferRelativeResize="0"/>
          <p:nvPr/>
        </p:nvPicPr>
        <p:blipFill>
          <a:blip r:embed="rId8">
            <a:alphaModFix/>
          </a:blip>
          <a:stretch>
            <a:fillRect/>
          </a:stretch>
        </p:blipFill>
        <p:spPr>
          <a:xfrm>
            <a:off x="-206820" y="1679056"/>
            <a:ext cx="1557174" cy="3260897"/>
          </a:xfrm>
          <a:prstGeom prst="rect">
            <a:avLst/>
          </a:prstGeom>
          <a:noFill/>
          <a:ln>
            <a:noFill/>
          </a:ln>
        </p:spPr>
      </p:pic>
      <p:sp>
        <p:nvSpPr>
          <p:cNvPr id="24" name="Google Shape;24;p3"/>
          <p:cNvSpPr txBox="1">
            <a:spLocks noGrp="1"/>
          </p:cNvSpPr>
          <p:nvPr>
            <p:ph type="title"/>
          </p:nvPr>
        </p:nvSpPr>
        <p:spPr>
          <a:xfrm>
            <a:off x="1597625" y="1218725"/>
            <a:ext cx="3408900" cy="20460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25" name="Google Shape;25;p3"/>
          <p:cNvSpPr txBox="1">
            <a:spLocks noGrp="1"/>
          </p:cNvSpPr>
          <p:nvPr>
            <p:ph type="subTitle" idx="1"/>
          </p:nvPr>
        </p:nvSpPr>
        <p:spPr>
          <a:xfrm>
            <a:off x="1597625" y="3264725"/>
            <a:ext cx="3106800" cy="387000"/>
          </a:xfrm>
          <a:prstGeom prst="rect">
            <a:avLst/>
          </a:prstGeom>
        </p:spPr>
        <p:txBody>
          <a:bodyPr spcFirstLastPara="1" wrap="square" lIns="91425" tIns="91425" rIns="91425" bIns="91425" anchor="t" anchorCtr="0">
            <a:normAutofit/>
          </a:bodyPr>
          <a:lstStyle>
            <a:lvl1pPr lvl="0">
              <a:spcBef>
                <a:spcPts val="0"/>
              </a:spcBef>
              <a:spcAft>
                <a:spcPts val="0"/>
              </a:spcAft>
              <a:buSzPts val="1000"/>
              <a:buNone/>
              <a:defRPr/>
            </a:lvl1pPr>
            <a:lvl2pPr lvl="1">
              <a:spcBef>
                <a:spcPts val="60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pic>
        <p:nvPicPr>
          <p:cNvPr id="26" name="Google Shape;26;p3" title="AssinaturasRégua-curta---hor---cor.png"/>
          <p:cNvPicPr preferRelativeResize="0"/>
          <p:nvPr/>
        </p:nvPicPr>
        <p:blipFill>
          <a:blip r:embed="rId9">
            <a:alphaModFix/>
          </a:blip>
          <a:stretch>
            <a:fillRect/>
          </a:stretch>
        </p:blipFill>
        <p:spPr>
          <a:xfrm>
            <a:off x="5755225" y="3640861"/>
            <a:ext cx="3106801" cy="84648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beçalho de seção 1 1 2 1 1 1 1 1 1 1">
  <p:cSld name="SECTION_HEADER_1_1_2_1_1_1_1_1_1_1">
    <p:spTree>
      <p:nvGrpSpPr>
        <p:cNvPr id="1" name="Shape 141"/>
        <p:cNvGrpSpPr/>
        <p:nvPr/>
      </p:nvGrpSpPr>
      <p:grpSpPr>
        <a:xfrm>
          <a:off x="0" y="0"/>
          <a:ext cx="0" cy="0"/>
          <a:chOff x="0" y="0"/>
          <a:chExt cx="0" cy="0"/>
        </a:xfrm>
      </p:grpSpPr>
      <p:sp>
        <p:nvSpPr>
          <p:cNvPr id="142" name="Google Shape;142;p13"/>
          <p:cNvSpPr/>
          <p:nvPr/>
        </p:nvSpPr>
        <p:spPr>
          <a:xfrm rot="10800000">
            <a:off x="-250" y="3808400"/>
            <a:ext cx="9152100" cy="21267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3" name="Google Shape;143;p13" title="GARN_IDV_elementos_rnbandeira.png"/>
          <p:cNvPicPr preferRelativeResize="0"/>
          <p:nvPr/>
        </p:nvPicPr>
        <p:blipFill>
          <a:blip r:embed="rId2">
            <a:alphaModFix/>
          </a:blip>
          <a:stretch>
            <a:fillRect/>
          </a:stretch>
        </p:blipFill>
        <p:spPr>
          <a:xfrm>
            <a:off x="6565600" y="3315325"/>
            <a:ext cx="1996023" cy="1149576"/>
          </a:xfrm>
          <a:prstGeom prst="rect">
            <a:avLst/>
          </a:prstGeom>
          <a:noFill/>
          <a:ln>
            <a:noFill/>
          </a:ln>
        </p:spPr>
      </p:pic>
      <p:sp>
        <p:nvSpPr>
          <p:cNvPr id="144" name="Google Shape;144;p13"/>
          <p:cNvSpPr txBox="1"/>
          <p:nvPr/>
        </p:nvSpPr>
        <p:spPr>
          <a:xfrm>
            <a:off x="332850" y="261050"/>
            <a:ext cx="1835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800" b="1">
                <a:solidFill>
                  <a:srgbClr val="C4803F"/>
                </a:solidFill>
                <a:latin typeface="Nunito"/>
                <a:ea typeface="Nunito"/>
                <a:cs typeface="Nunito"/>
                <a:sym typeface="Nunito"/>
              </a:rPr>
              <a:t>Ficha técnica</a:t>
            </a:r>
            <a:endParaRPr sz="1800" b="1">
              <a:solidFill>
                <a:srgbClr val="C4803F"/>
              </a:solidFill>
              <a:latin typeface="Nunito"/>
              <a:ea typeface="Nunito"/>
              <a:cs typeface="Nunito"/>
              <a:sym typeface="Nuni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761275" y="192125"/>
            <a:ext cx="6219000" cy="693900"/>
          </a:xfrm>
          <a:prstGeom prst="rect">
            <a:avLst/>
          </a:prstGeom>
        </p:spPr>
        <p:txBody>
          <a:bodyPr spcFirstLastPara="1" wrap="square" lIns="91425" tIns="91425" rIns="91425" bIns="91425" anchor="t" anchorCtr="0">
            <a:normAutofit/>
          </a:bodyPr>
          <a:lstStyle>
            <a:lvl1pPr lvl="0">
              <a:spcBef>
                <a:spcPts val="0"/>
              </a:spcBef>
              <a:spcAft>
                <a:spcPts val="0"/>
              </a:spcAft>
              <a:buClr>
                <a:srgbClr val="CC8A42"/>
              </a:buClr>
              <a:buSzPts val="1600"/>
              <a:buNone/>
              <a:defRPr>
                <a:solidFill>
                  <a:srgbClr val="CC8A42"/>
                </a:solidFill>
              </a:defRPr>
            </a:lvl1pPr>
            <a:lvl2pPr lvl="1">
              <a:spcBef>
                <a:spcPts val="0"/>
              </a:spcBef>
              <a:spcAft>
                <a:spcPts val="0"/>
              </a:spcAft>
              <a:buClr>
                <a:srgbClr val="CC8A42"/>
              </a:buClr>
              <a:buSzPts val="2400"/>
              <a:buNone/>
              <a:defRPr>
                <a:solidFill>
                  <a:srgbClr val="CC8A42"/>
                </a:solidFill>
              </a:defRPr>
            </a:lvl2pPr>
            <a:lvl3pPr lvl="2">
              <a:spcBef>
                <a:spcPts val="0"/>
              </a:spcBef>
              <a:spcAft>
                <a:spcPts val="0"/>
              </a:spcAft>
              <a:buClr>
                <a:srgbClr val="CC8A42"/>
              </a:buClr>
              <a:buSzPts val="2400"/>
              <a:buNone/>
              <a:defRPr>
                <a:solidFill>
                  <a:srgbClr val="CC8A42"/>
                </a:solidFill>
              </a:defRPr>
            </a:lvl3pPr>
            <a:lvl4pPr lvl="3">
              <a:spcBef>
                <a:spcPts val="0"/>
              </a:spcBef>
              <a:spcAft>
                <a:spcPts val="0"/>
              </a:spcAft>
              <a:buClr>
                <a:srgbClr val="CC8A42"/>
              </a:buClr>
              <a:buSzPts val="2400"/>
              <a:buNone/>
              <a:defRPr>
                <a:solidFill>
                  <a:srgbClr val="CC8A42"/>
                </a:solidFill>
              </a:defRPr>
            </a:lvl4pPr>
            <a:lvl5pPr lvl="4">
              <a:spcBef>
                <a:spcPts val="0"/>
              </a:spcBef>
              <a:spcAft>
                <a:spcPts val="0"/>
              </a:spcAft>
              <a:buClr>
                <a:srgbClr val="CC8A42"/>
              </a:buClr>
              <a:buSzPts val="2400"/>
              <a:buNone/>
              <a:defRPr>
                <a:solidFill>
                  <a:srgbClr val="CC8A42"/>
                </a:solidFill>
              </a:defRPr>
            </a:lvl5pPr>
            <a:lvl6pPr lvl="5">
              <a:spcBef>
                <a:spcPts val="0"/>
              </a:spcBef>
              <a:spcAft>
                <a:spcPts val="0"/>
              </a:spcAft>
              <a:buClr>
                <a:srgbClr val="CC8A42"/>
              </a:buClr>
              <a:buSzPts val="2400"/>
              <a:buNone/>
              <a:defRPr>
                <a:solidFill>
                  <a:srgbClr val="CC8A42"/>
                </a:solidFill>
              </a:defRPr>
            </a:lvl6pPr>
            <a:lvl7pPr lvl="6">
              <a:spcBef>
                <a:spcPts val="0"/>
              </a:spcBef>
              <a:spcAft>
                <a:spcPts val="0"/>
              </a:spcAft>
              <a:buClr>
                <a:srgbClr val="CC8A42"/>
              </a:buClr>
              <a:buSzPts val="2400"/>
              <a:buNone/>
              <a:defRPr>
                <a:solidFill>
                  <a:srgbClr val="CC8A42"/>
                </a:solidFill>
              </a:defRPr>
            </a:lvl7pPr>
            <a:lvl8pPr lvl="7">
              <a:spcBef>
                <a:spcPts val="0"/>
              </a:spcBef>
              <a:spcAft>
                <a:spcPts val="0"/>
              </a:spcAft>
              <a:buClr>
                <a:srgbClr val="CC8A42"/>
              </a:buClr>
              <a:buSzPts val="2400"/>
              <a:buNone/>
              <a:defRPr>
                <a:solidFill>
                  <a:srgbClr val="CC8A42"/>
                </a:solidFill>
              </a:defRPr>
            </a:lvl8pPr>
            <a:lvl9pPr lvl="8">
              <a:spcBef>
                <a:spcPts val="0"/>
              </a:spcBef>
              <a:spcAft>
                <a:spcPts val="0"/>
              </a:spcAft>
              <a:buClr>
                <a:srgbClr val="CC8A42"/>
              </a:buClr>
              <a:buSzPts val="2400"/>
              <a:buNone/>
              <a:defRPr>
                <a:solidFill>
                  <a:srgbClr val="CC8A42"/>
                </a:solidFill>
              </a:defRPr>
            </a:lvl9pPr>
          </a:lstStyle>
          <a:p>
            <a:endParaRPr/>
          </a:p>
        </p:txBody>
      </p:sp>
      <p:sp>
        <p:nvSpPr>
          <p:cNvPr id="147" name="Google Shape;147;p14"/>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48" name="Google Shape;148;p14"/>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149" name="Google Shape;149;p14" title="GARN_IDV_elementos_folhamarrom.png"/>
          <p:cNvPicPr preferRelativeResize="0"/>
          <p:nvPr/>
        </p:nvPicPr>
        <p:blipFill>
          <a:blip r:embed="rId2">
            <a:alphaModFix/>
          </a:blip>
          <a:stretch>
            <a:fillRect/>
          </a:stretch>
        </p:blipFill>
        <p:spPr>
          <a:xfrm rot="-3600008">
            <a:off x="-144744" y="-138622"/>
            <a:ext cx="775609" cy="959294"/>
          </a:xfrm>
          <a:prstGeom prst="rect">
            <a:avLst/>
          </a:prstGeom>
          <a:noFill/>
          <a:ln>
            <a:noFill/>
          </a:ln>
        </p:spPr>
      </p:pic>
      <p:sp>
        <p:nvSpPr>
          <p:cNvPr id="150" name="Google Shape;150;p14"/>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1" name="Google Shape;151;p14"/>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2" name="Google Shape;152;p14"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e corpo 2">
  <p:cSld name="TITLE_AND_BODY_2">
    <p:spTree>
      <p:nvGrpSpPr>
        <p:cNvPr id="1" name="Shape 153"/>
        <p:cNvGrpSpPr/>
        <p:nvPr/>
      </p:nvGrpSpPr>
      <p:grpSpPr>
        <a:xfrm>
          <a:off x="0" y="0"/>
          <a:ext cx="0" cy="0"/>
          <a:chOff x="0" y="0"/>
          <a:chExt cx="0" cy="0"/>
        </a:xfrm>
      </p:grpSpPr>
      <p:sp>
        <p:nvSpPr>
          <p:cNvPr id="154" name="Google Shape;154;p15"/>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a:bodyPr>
          <a:lstStyle>
            <a:lvl1pPr lvl="0">
              <a:spcBef>
                <a:spcPts val="0"/>
              </a:spcBef>
              <a:spcAft>
                <a:spcPts val="0"/>
              </a:spcAft>
              <a:buClr>
                <a:srgbClr val="F2A4DD"/>
              </a:buClr>
              <a:buSzPts val="1600"/>
              <a:buNone/>
              <a:defRPr>
                <a:solidFill>
                  <a:srgbClr val="F2A4DD"/>
                </a:solidFill>
              </a:defRPr>
            </a:lvl1pPr>
            <a:lvl2pPr lvl="1">
              <a:spcBef>
                <a:spcPts val="0"/>
              </a:spcBef>
              <a:spcAft>
                <a:spcPts val="0"/>
              </a:spcAft>
              <a:buClr>
                <a:srgbClr val="F2A4DD"/>
              </a:buClr>
              <a:buSzPts val="2400"/>
              <a:buNone/>
              <a:defRPr>
                <a:solidFill>
                  <a:srgbClr val="F2A4DD"/>
                </a:solidFill>
              </a:defRPr>
            </a:lvl2pPr>
            <a:lvl3pPr lvl="2">
              <a:spcBef>
                <a:spcPts val="0"/>
              </a:spcBef>
              <a:spcAft>
                <a:spcPts val="0"/>
              </a:spcAft>
              <a:buClr>
                <a:srgbClr val="F2A4DD"/>
              </a:buClr>
              <a:buSzPts val="2400"/>
              <a:buNone/>
              <a:defRPr>
                <a:solidFill>
                  <a:srgbClr val="F2A4DD"/>
                </a:solidFill>
              </a:defRPr>
            </a:lvl3pPr>
            <a:lvl4pPr lvl="3">
              <a:spcBef>
                <a:spcPts val="0"/>
              </a:spcBef>
              <a:spcAft>
                <a:spcPts val="0"/>
              </a:spcAft>
              <a:buClr>
                <a:srgbClr val="F2A4DD"/>
              </a:buClr>
              <a:buSzPts val="2400"/>
              <a:buNone/>
              <a:defRPr>
                <a:solidFill>
                  <a:srgbClr val="F2A4DD"/>
                </a:solidFill>
              </a:defRPr>
            </a:lvl4pPr>
            <a:lvl5pPr lvl="4">
              <a:spcBef>
                <a:spcPts val="0"/>
              </a:spcBef>
              <a:spcAft>
                <a:spcPts val="0"/>
              </a:spcAft>
              <a:buClr>
                <a:srgbClr val="F2A4DD"/>
              </a:buClr>
              <a:buSzPts val="2400"/>
              <a:buNone/>
              <a:defRPr>
                <a:solidFill>
                  <a:srgbClr val="F2A4DD"/>
                </a:solidFill>
              </a:defRPr>
            </a:lvl5pPr>
            <a:lvl6pPr lvl="5">
              <a:spcBef>
                <a:spcPts val="0"/>
              </a:spcBef>
              <a:spcAft>
                <a:spcPts val="0"/>
              </a:spcAft>
              <a:buClr>
                <a:srgbClr val="F2A4DD"/>
              </a:buClr>
              <a:buSzPts val="2400"/>
              <a:buNone/>
              <a:defRPr>
                <a:solidFill>
                  <a:srgbClr val="F2A4DD"/>
                </a:solidFill>
              </a:defRPr>
            </a:lvl6pPr>
            <a:lvl7pPr lvl="6">
              <a:spcBef>
                <a:spcPts val="0"/>
              </a:spcBef>
              <a:spcAft>
                <a:spcPts val="0"/>
              </a:spcAft>
              <a:buClr>
                <a:srgbClr val="F2A4DD"/>
              </a:buClr>
              <a:buSzPts val="2400"/>
              <a:buNone/>
              <a:defRPr>
                <a:solidFill>
                  <a:srgbClr val="F2A4DD"/>
                </a:solidFill>
              </a:defRPr>
            </a:lvl7pPr>
            <a:lvl8pPr lvl="7">
              <a:spcBef>
                <a:spcPts val="0"/>
              </a:spcBef>
              <a:spcAft>
                <a:spcPts val="0"/>
              </a:spcAft>
              <a:buClr>
                <a:srgbClr val="F2A4DD"/>
              </a:buClr>
              <a:buSzPts val="2400"/>
              <a:buNone/>
              <a:defRPr>
                <a:solidFill>
                  <a:srgbClr val="F2A4DD"/>
                </a:solidFill>
              </a:defRPr>
            </a:lvl8pPr>
            <a:lvl9pPr lvl="8">
              <a:spcBef>
                <a:spcPts val="0"/>
              </a:spcBef>
              <a:spcAft>
                <a:spcPts val="0"/>
              </a:spcAft>
              <a:buClr>
                <a:srgbClr val="F2A4DD"/>
              </a:buClr>
              <a:buSzPts val="2400"/>
              <a:buNone/>
              <a:defRPr>
                <a:solidFill>
                  <a:srgbClr val="F2A4DD"/>
                </a:solidFill>
              </a:defRPr>
            </a:lvl9pPr>
          </a:lstStyle>
          <a:p>
            <a:endParaRPr/>
          </a:p>
        </p:txBody>
      </p:sp>
      <p:sp>
        <p:nvSpPr>
          <p:cNvPr id="155" name="Google Shape;155;p15"/>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6" name="Google Shape;156;p15"/>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57" name="Google Shape;157;p15"/>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58" name="Google Shape;158;p15"/>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59" name="Google Shape;159;p15"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60" name="Google Shape;160;p15" title="GARN_IDV_elementos_velarosa.png"/>
          <p:cNvPicPr preferRelativeResize="0"/>
          <p:nvPr/>
        </p:nvPicPr>
        <p:blipFill>
          <a:blip r:embed="rId3">
            <a:alphaModFix/>
          </a:blip>
          <a:stretch>
            <a:fillRect/>
          </a:stretch>
        </p:blipFill>
        <p:spPr>
          <a:xfrm rot="1800003">
            <a:off x="237825" y="53926"/>
            <a:ext cx="485101" cy="73654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e corpo 2 2">
  <p:cSld name="TITLE_AND_BODY_2_2">
    <p:spTree>
      <p:nvGrpSpPr>
        <p:cNvPr id="1" name="Shape 161"/>
        <p:cNvGrpSpPr/>
        <p:nvPr/>
      </p:nvGrpSpPr>
      <p:grpSpPr>
        <a:xfrm>
          <a:off x="0" y="0"/>
          <a:ext cx="0" cy="0"/>
          <a:chOff x="0" y="0"/>
          <a:chExt cx="0" cy="0"/>
        </a:xfrm>
      </p:grpSpPr>
      <p:sp>
        <p:nvSpPr>
          <p:cNvPr id="162" name="Google Shape;162;p16"/>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1600"/>
              <a:buNone/>
              <a:defRPr>
                <a:solidFill>
                  <a:srgbClr val="58A75B"/>
                </a:solidFill>
              </a:defRPr>
            </a:lvl1pPr>
            <a:lvl2pPr lvl="1">
              <a:spcBef>
                <a:spcPts val="0"/>
              </a:spcBef>
              <a:spcAft>
                <a:spcPts val="0"/>
              </a:spcAft>
              <a:buClr>
                <a:srgbClr val="58A75B"/>
              </a:buClr>
              <a:buSzPts val="2400"/>
              <a:buNone/>
              <a:defRPr>
                <a:solidFill>
                  <a:srgbClr val="58A75B"/>
                </a:solidFill>
              </a:defRPr>
            </a:lvl2pPr>
            <a:lvl3pPr lvl="2">
              <a:spcBef>
                <a:spcPts val="0"/>
              </a:spcBef>
              <a:spcAft>
                <a:spcPts val="0"/>
              </a:spcAft>
              <a:buClr>
                <a:srgbClr val="58A75B"/>
              </a:buClr>
              <a:buSzPts val="2400"/>
              <a:buNone/>
              <a:defRPr>
                <a:solidFill>
                  <a:srgbClr val="58A75B"/>
                </a:solidFill>
              </a:defRPr>
            </a:lvl3pPr>
            <a:lvl4pPr lvl="3">
              <a:spcBef>
                <a:spcPts val="0"/>
              </a:spcBef>
              <a:spcAft>
                <a:spcPts val="0"/>
              </a:spcAft>
              <a:buClr>
                <a:srgbClr val="58A75B"/>
              </a:buClr>
              <a:buSzPts val="2400"/>
              <a:buNone/>
              <a:defRPr>
                <a:solidFill>
                  <a:srgbClr val="58A75B"/>
                </a:solidFill>
              </a:defRPr>
            </a:lvl4pPr>
            <a:lvl5pPr lvl="4">
              <a:spcBef>
                <a:spcPts val="0"/>
              </a:spcBef>
              <a:spcAft>
                <a:spcPts val="0"/>
              </a:spcAft>
              <a:buClr>
                <a:srgbClr val="58A75B"/>
              </a:buClr>
              <a:buSzPts val="2400"/>
              <a:buNone/>
              <a:defRPr>
                <a:solidFill>
                  <a:srgbClr val="58A75B"/>
                </a:solidFill>
              </a:defRPr>
            </a:lvl5pPr>
            <a:lvl6pPr lvl="5">
              <a:spcBef>
                <a:spcPts val="0"/>
              </a:spcBef>
              <a:spcAft>
                <a:spcPts val="0"/>
              </a:spcAft>
              <a:buClr>
                <a:srgbClr val="58A75B"/>
              </a:buClr>
              <a:buSzPts val="2400"/>
              <a:buNone/>
              <a:defRPr>
                <a:solidFill>
                  <a:srgbClr val="58A75B"/>
                </a:solidFill>
              </a:defRPr>
            </a:lvl6pPr>
            <a:lvl7pPr lvl="6">
              <a:spcBef>
                <a:spcPts val="0"/>
              </a:spcBef>
              <a:spcAft>
                <a:spcPts val="0"/>
              </a:spcAft>
              <a:buClr>
                <a:srgbClr val="58A75B"/>
              </a:buClr>
              <a:buSzPts val="2400"/>
              <a:buNone/>
              <a:defRPr>
                <a:solidFill>
                  <a:srgbClr val="58A75B"/>
                </a:solidFill>
              </a:defRPr>
            </a:lvl7pPr>
            <a:lvl8pPr lvl="7">
              <a:spcBef>
                <a:spcPts val="0"/>
              </a:spcBef>
              <a:spcAft>
                <a:spcPts val="0"/>
              </a:spcAft>
              <a:buClr>
                <a:srgbClr val="58A75B"/>
              </a:buClr>
              <a:buSzPts val="2400"/>
              <a:buNone/>
              <a:defRPr>
                <a:solidFill>
                  <a:srgbClr val="58A75B"/>
                </a:solidFill>
              </a:defRPr>
            </a:lvl8pPr>
            <a:lvl9pPr lvl="8">
              <a:spcBef>
                <a:spcPts val="0"/>
              </a:spcBef>
              <a:spcAft>
                <a:spcPts val="0"/>
              </a:spcAft>
              <a:buClr>
                <a:srgbClr val="58A75B"/>
              </a:buClr>
              <a:buSzPts val="2400"/>
              <a:buNone/>
              <a:defRPr>
                <a:solidFill>
                  <a:srgbClr val="58A75B"/>
                </a:solidFill>
              </a:defRPr>
            </a:lvl9pPr>
          </a:lstStyle>
          <a:p>
            <a:endParaRPr/>
          </a:p>
        </p:txBody>
      </p:sp>
      <p:sp>
        <p:nvSpPr>
          <p:cNvPr id="163" name="Google Shape;163;p16"/>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4" name="Google Shape;164;p16"/>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65" name="Google Shape;165;p16"/>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66" name="Google Shape;166;p16"/>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67" name="Google Shape;167;p16"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68" name="Google Shape;168;p16" title="GARN_IDV_elementos_sol.png"/>
          <p:cNvPicPr preferRelativeResize="0"/>
          <p:nvPr/>
        </p:nvPicPr>
        <p:blipFill>
          <a:blip r:embed="rId3">
            <a:alphaModFix/>
          </a:blip>
          <a:stretch>
            <a:fillRect/>
          </a:stretch>
        </p:blipFill>
        <p:spPr>
          <a:xfrm>
            <a:off x="-364025" y="-98112"/>
            <a:ext cx="1040625" cy="10406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e corpo 2 1">
  <p:cSld name="TITLE_AND_BODY_2_1">
    <p:spTree>
      <p:nvGrpSpPr>
        <p:cNvPr id="1" name="Shape 169"/>
        <p:cNvGrpSpPr/>
        <p:nvPr/>
      </p:nvGrpSpPr>
      <p:grpSpPr>
        <a:xfrm>
          <a:off x="0" y="0"/>
          <a:ext cx="0" cy="0"/>
          <a:chOff x="0" y="0"/>
          <a:chExt cx="0" cy="0"/>
        </a:xfrm>
      </p:grpSpPr>
      <p:sp>
        <p:nvSpPr>
          <p:cNvPr id="170" name="Google Shape;170;p17"/>
          <p:cNvSpPr txBox="1">
            <a:spLocks noGrp="1"/>
          </p:cNvSpPr>
          <p:nvPr>
            <p:ph type="title"/>
          </p:nvPr>
        </p:nvSpPr>
        <p:spPr>
          <a:xfrm>
            <a:off x="761275" y="192125"/>
            <a:ext cx="5477100" cy="673800"/>
          </a:xfrm>
          <a:prstGeom prst="rect">
            <a:avLst/>
          </a:prstGeom>
        </p:spPr>
        <p:txBody>
          <a:bodyPr spcFirstLastPara="1" wrap="square" lIns="91425" tIns="91425" rIns="91425" bIns="91425" anchor="t" anchorCtr="0">
            <a:normAutofit/>
          </a:bodyPr>
          <a:lstStyle>
            <a:lvl1pPr lvl="0">
              <a:spcBef>
                <a:spcPts val="0"/>
              </a:spcBef>
              <a:spcAft>
                <a:spcPts val="0"/>
              </a:spcAft>
              <a:buSzPts val="16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171" name="Google Shape;171;p17"/>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2" name="Google Shape;172;p17"/>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73" name="Google Shape;173;p17"/>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74" name="Google Shape;174;p17"/>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75" name="Google Shape;175;p17"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pic>
        <p:nvPicPr>
          <p:cNvPr id="176" name="Google Shape;176;p17" title="GARN_IDV_elementos_cacto2.png"/>
          <p:cNvPicPr preferRelativeResize="0"/>
          <p:nvPr/>
        </p:nvPicPr>
        <p:blipFill>
          <a:blip r:embed="rId3">
            <a:alphaModFix/>
          </a:blip>
          <a:stretch>
            <a:fillRect/>
          </a:stretch>
        </p:blipFill>
        <p:spPr>
          <a:xfrm rot="2700000">
            <a:off x="-218461" y="10818"/>
            <a:ext cx="614671" cy="128716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e corpo 1">
  <p:cSld name="TITLE_AND_BODY_1">
    <p:spTree>
      <p:nvGrpSpPr>
        <p:cNvPr id="1" name="Shape 177"/>
        <p:cNvGrpSpPr/>
        <p:nvPr/>
      </p:nvGrpSpPr>
      <p:grpSpPr>
        <a:xfrm>
          <a:off x="0" y="0"/>
          <a:ext cx="0" cy="0"/>
          <a:chOff x="0" y="0"/>
          <a:chExt cx="0" cy="0"/>
        </a:xfrm>
      </p:grpSpPr>
      <p:sp>
        <p:nvSpPr>
          <p:cNvPr id="178" name="Google Shape;178;p18"/>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179" name="Google Shape;179;p18"/>
          <p:cNvSpPr/>
          <p:nvPr/>
        </p:nvSpPr>
        <p:spPr>
          <a:xfrm rot="10800000">
            <a:off x="-53050" y="4761575"/>
            <a:ext cx="92499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 name="Google Shape;180;p18"/>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a:bodyPr>
          <a:lstStyle>
            <a:lvl1pPr lvl="0">
              <a:spcBef>
                <a:spcPts val="0"/>
              </a:spcBef>
              <a:spcAft>
                <a:spcPts val="0"/>
              </a:spcAft>
              <a:buClr>
                <a:srgbClr val="00A6DC"/>
              </a:buClr>
              <a:buSzPts val="1600"/>
              <a:buNone/>
              <a:defRPr>
                <a:solidFill>
                  <a:srgbClr val="00A6DC"/>
                </a:solidFill>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181" name="Google Shape;181;p18"/>
          <p:cNvSpPr txBox="1">
            <a:spLocks noGrp="1"/>
          </p:cNvSpPr>
          <p:nvPr>
            <p:ph type="body" idx="1"/>
          </p:nvPr>
        </p:nvSpPr>
        <p:spPr>
          <a:xfrm>
            <a:off x="761275"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82" name="Google Shape;182;p18"/>
          <p:cNvSpPr txBox="1">
            <a:spLocks noGrp="1"/>
          </p:cNvSpPr>
          <p:nvPr>
            <p:ph type="body" idx="2"/>
          </p:nvPr>
        </p:nvSpPr>
        <p:spPr>
          <a:xfrm>
            <a:off x="4670646" y="1022850"/>
            <a:ext cx="3658500" cy="30978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60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pic>
        <p:nvPicPr>
          <p:cNvPr id="183" name="Google Shape;183;p18" title="GARN_IDV_elementos_rnazul.png"/>
          <p:cNvPicPr preferRelativeResize="0"/>
          <p:nvPr/>
        </p:nvPicPr>
        <p:blipFill>
          <a:blip r:embed="rId2">
            <a:alphaModFix/>
          </a:blip>
          <a:stretch>
            <a:fillRect/>
          </a:stretch>
        </p:blipFill>
        <p:spPr>
          <a:xfrm>
            <a:off x="-74776" y="192125"/>
            <a:ext cx="791099" cy="455600"/>
          </a:xfrm>
          <a:prstGeom prst="rect">
            <a:avLst/>
          </a:prstGeom>
          <a:noFill/>
          <a:ln>
            <a:noFill/>
          </a:ln>
        </p:spPr>
      </p:pic>
      <p:pic>
        <p:nvPicPr>
          <p:cNvPr id="184" name="Google Shape;184;p18"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rgbClr val="F9D736"/>
        </a:solidFill>
        <a:effectLst/>
      </p:bgPr>
    </p:bg>
    <p:spTree>
      <p:nvGrpSpPr>
        <p:cNvPr id="1" name="Shape 205"/>
        <p:cNvGrpSpPr/>
        <p:nvPr/>
      </p:nvGrpSpPr>
      <p:grpSpPr>
        <a:xfrm>
          <a:off x="0" y="0"/>
          <a:ext cx="0" cy="0"/>
          <a:chOff x="0" y="0"/>
          <a:chExt cx="0" cy="0"/>
        </a:xfrm>
      </p:grpSpPr>
      <p:sp>
        <p:nvSpPr>
          <p:cNvPr id="206" name="Google Shape;206;p24"/>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07" name="Google Shape;207;p24" title="GARN_IDV_elementos_solbranco.png"/>
          <p:cNvPicPr preferRelativeResize="0"/>
          <p:nvPr/>
        </p:nvPicPr>
        <p:blipFill>
          <a:blip r:embed="rId2">
            <a:alphaModFix/>
          </a:blip>
          <a:stretch>
            <a:fillRect/>
          </a:stretch>
        </p:blipFill>
        <p:spPr>
          <a:xfrm>
            <a:off x="-748525" y="1117125"/>
            <a:ext cx="2909251" cy="2909251"/>
          </a:xfrm>
          <a:prstGeom prst="rect">
            <a:avLst/>
          </a:prstGeom>
          <a:noFill/>
          <a:ln>
            <a:noFill/>
          </a:ln>
        </p:spPr>
      </p:pic>
      <p:sp>
        <p:nvSpPr>
          <p:cNvPr id="208" name="Google Shape;208;p24"/>
          <p:cNvSpPr/>
          <p:nvPr/>
        </p:nvSpPr>
        <p:spPr>
          <a:xfrm>
            <a:off x="6508200" y="-10950"/>
            <a:ext cx="2635800" cy="5175000"/>
          </a:xfrm>
          <a:prstGeom prst="rect">
            <a:avLst/>
          </a:prstGeom>
          <a:solidFill>
            <a:srgbClr val="C480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209" name="Google Shape;209;p24" title="GARN_IDV_elementos_algodãobranco2.png"/>
          <p:cNvPicPr preferRelativeResize="0"/>
          <p:nvPr/>
        </p:nvPicPr>
        <p:blipFill>
          <a:blip r:embed="rId3">
            <a:alphaModFix/>
          </a:blip>
          <a:stretch>
            <a:fillRect/>
          </a:stretch>
        </p:blipFill>
        <p:spPr>
          <a:xfrm rot="1799999">
            <a:off x="4928479" y="4035251"/>
            <a:ext cx="810901" cy="1696372"/>
          </a:xfrm>
          <a:prstGeom prst="rect">
            <a:avLst/>
          </a:prstGeom>
          <a:noFill/>
          <a:ln>
            <a:noFill/>
          </a:ln>
        </p:spPr>
      </p:pic>
      <p:pic>
        <p:nvPicPr>
          <p:cNvPr id="210" name="Google Shape;210;p24" title="GARN_IDV_elementos_folhaverdegrama2.png"/>
          <p:cNvPicPr preferRelativeResize="0"/>
          <p:nvPr/>
        </p:nvPicPr>
        <p:blipFill>
          <a:blip r:embed="rId4">
            <a:alphaModFix/>
          </a:blip>
          <a:stretch>
            <a:fillRect/>
          </a:stretch>
        </p:blipFill>
        <p:spPr>
          <a:xfrm>
            <a:off x="5731175" y="327400"/>
            <a:ext cx="3412826" cy="2741400"/>
          </a:xfrm>
          <a:prstGeom prst="rect">
            <a:avLst/>
          </a:prstGeom>
          <a:noFill/>
          <a:ln>
            <a:noFill/>
          </a:ln>
        </p:spPr>
      </p:pic>
      <p:sp>
        <p:nvSpPr>
          <p:cNvPr id="211" name="Google Shape;211;p24"/>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lvl1pPr lvl="0">
              <a:spcBef>
                <a:spcPts val="0"/>
              </a:spcBef>
              <a:spcAft>
                <a:spcPts val="0"/>
              </a:spcAft>
              <a:buClr>
                <a:srgbClr val="C4803F"/>
              </a:buClr>
              <a:buSzPts val="2600"/>
              <a:buFont typeface="Nunito ExtraBold"/>
              <a:buNone/>
              <a:defRPr sz="2600" b="0">
                <a:solidFill>
                  <a:srgbClr val="C4803F"/>
                </a:solidFill>
                <a:latin typeface="Nunito ExtraBold"/>
                <a:ea typeface="Nunito ExtraBold"/>
                <a:cs typeface="Nunito ExtraBold"/>
                <a:sym typeface="Nunito ExtraBold"/>
              </a:defRPr>
            </a:lvl1pPr>
            <a:lvl2pPr lvl="1">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2pPr>
            <a:lvl3pPr lvl="2">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3pPr>
            <a:lvl4pPr lvl="3">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4pPr>
            <a:lvl5pPr lvl="4">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5pPr>
            <a:lvl6pPr lvl="5">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6pPr>
            <a:lvl7pPr lvl="6">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7pPr>
            <a:lvl8pPr lvl="7">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8pPr>
            <a:lvl9pPr lvl="8">
              <a:spcBef>
                <a:spcPts val="0"/>
              </a:spcBef>
              <a:spcAft>
                <a:spcPts val="0"/>
              </a:spcAft>
              <a:buClr>
                <a:srgbClr val="C4803F"/>
              </a:buClr>
              <a:buSzPts val="2600"/>
              <a:buFont typeface="Catamaran ExtraBold"/>
              <a:buNone/>
              <a:defRPr sz="2600" b="0">
                <a:solidFill>
                  <a:srgbClr val="C4803F"/>
                </a:solidFill>
                <a:latin typeface="Catamaran ExtraBold"/>
                <a:ea typeface="Catamaran ExtraBold"/>
                <a:cs typeface="Catamaran ExtraBold"/>
                <a:sym typeface="Catamaran ExtraBold"/>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xto em uma coluna 1 1 1 2">
  <p:cSld name="ONE_COLUMN_TEXT_1_1_1_2">
    <p:bg>
      <p:bgPr>
        <a:solidFill>
          <a:srgbClr val="AED13F"/>
        </a:solidFill>
        <a:effectLst/>
      </p:bgPr>
    </p:bg>
    <p:spTree>
      <p:nvGrpSpPr>
        <p:cNvPr id="1" name="Shape 244"/>
        <p:cNvGrpSpPr/>
        <p:nvPr/>
      </p:nvGrpSpPr>
      <p:grpSpPr>
        <a:xfrm>
          <a:off x="0" y="0"/>
          <a:ext cx="0" cy="0"/>
          <a:chOff x="0" y="0"/>
          <a:chExt cx="0" cy="0"/>
        </a:xfrm>
      </p:grpSpPr>
      <p:sp>
        <p:nvSpPr>
          <p:cNvPr id="245" name="Google Shape;245;p29"/>
          <p:cNvSpPr/>
          <p:nvPr/>
        </p:nvSpPr>
        <p:spPr>
          <a:xfrm>
            <a:off x="6488750" y="-10925"/>
            <a:ext cx="2655300" cy="5175000"/>
          </a:xfrm>
          <a:prstGeom prst="rect">
            <a:avLst/>
          </a:prstGeom>
          <a:solidFill>
            <a:srgbClr val="C480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246" name="Google Shape;246;p29"/>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47" name="Google Shape;247;p29" title="GARN_IDV_elementos_sol.png"/>
          <p:cNvPicPr preferRelativeResize="0"/>
          <p:nvPr/>
        </p:nvPicPr>
        <p:blipFill>
          <a:blip r:embed="rId2">
            <a:alphaModFix/>
          </a:blip>
          <a:stretch>
            <a:fillRect/>
          </a:stretch>
        </p:blipFill>
        <p:spPr>
          <a:xfrm>
            <a:off x="-753324" y="1117126"/>
            <a:ext cx="2918851" cy="2918876"/>
          </a:xfrm>
          <a:prstGeom prst="rect">
            <a:avLst/>
          </a:prstGeom>
          <a:noFill/>
          <a:ln>
            <a:noFill/>
          </a:ln>
        </p:spPr>
      </p:pic>
      <p:pic>
        <p:nvPicPr>
          <p:cNvPr id="248" name="Google Shape;248;p29" title="GARN_IDV_elementos_rnamarelo2.png"/>
          <p:cNvPicPr preferRelativeResize="0"/>
          <p:nvPr/>
        </p:nvPicPr>
        <p:blipFill>
          <a:blip r:embed="rId3">
            <a:alphaModFix/>
          </a:blip>
          <a:stretch>
            <a:fillRect/>
          </a:stretch>
        </p:blipFill>
        <p:spPr>
          <a:xfrm>
            <a:off x="5365180" y="390854"/>
            <a:ext cx="2622390" cy="1510250"/>
          </a:xfrm>
          <a:prstGeom prst="rect">
            <a:avLst/>
          </a:prstGeom>
          <a:noFill/>
          <a:ln>
            <a:noFill/>
          </a:ln>
        </p:spPr>
      </p:pic>
      <p:pic>
        <p:nvPicPr>
          <p:cNvPr id="249" name="Google Shape;249;p29" title="GARN_IDV_elementos_folhaverde.png"/>
          <p:cNvPicPr preferRelativeResize="0"/>
          <p:nvPr/>
        </p:nvPicPr>
        <p:blipFill>
          <a:blip r:embed="rId4">
            <a:alphaModFix/>
          </a:blip>
          <a:stretch>
            <a:fillRect/>
          </a:stretch>
        </p:blipFill>
        <p:spPr>
          <a:xfrm rot="-9000015">
            <a:off x="4871458" y="4002076"/>
            <a:ext cx="1174281" cy="1452373"/>
          </a:xfrm>
          <a:prstGeom prst="rect">
            <a:avLst/>
          </a:prstGeom>
          <a:noFill/>
          <a:ln>
            <a:noFill/>
          </a:ln>
        </p:spPr>
      </p:pic>
      <p:sp>
        <p:nvSpPr>
          <p:cNvPr id="250" name="Google Shape;250;p29"/>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600"/>
              <a:buFont typeface="Nunito ExtraBold"/>
              <a:buNone/>
              <a:defRPr sz="2600" b="0">
                <a:solidFill>
                  <a:schemeClr val="lt1"/>
                </a:solidFill>
                <a:latin typeface="Nunito ExtraBold"/>
                <a:ea typeface="Nunito ExtraBold"/>
                <a:cs typeface="Nunito ExtraBold"/>
                <a:sym typeface="Nunito ExtraBold"/>
              </a:defRPr>
            </a:lvl1pPr>
            <a:lvl2pPr lvl="1">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2pPr>
            <a:lvl3pPr lvl="2">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3pPr>
            <a:lvl4pPr lvl="3">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4pPr>
            <a:lvl5pPr lvl="4">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5pPr>
            <a:lvl6pPr lvl="5">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6pPr>
            <a:lvl7pPr lvl="6">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7pPr>
            <a:lvl8pPr lvl="7">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8pPr>
            <a:lvl9pPr lvl="8">
              <a:spcBef>
                <a:spcPts val="0"/>
              </a:spcBef>
              <a:spcAft>
                <a:spcPts val="0"/>
              </a:spcAft>
              <a:buClr>
                <a:schemeClr val="lt1"/>
              </a:buClr>
              <a:buSzPts val="2600"/>
              <a:buFont typeface="Catamaran ExtraBold"/>
              <a:buNone/>
              <a:defRPr sz="2600" b="0">
                <a:solidFill>
                  <a:schemeClr val="lt1"/>
                </a:solidFill>
                <a:latin typeface="Catamaran ExtraBold"/>
                <a:ea typeface="Catamaran ExtraBold"/>
                <a:cs typeface="Catamaran ExtraBold"/>
                <a:sym typeface="Catamaran ExtraBold"/>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onto principal 1">
  <p:cSld name="MAIN_POINT_1">
    <p:spTree>
      <p:nvGrpSpPr>
        <p:cNvPr id="1" name="Shape 279"/>
        <p:cNvGrpSpPr/>
        <p:nvPr/>
      </p:nvGrpSpPr>
      <p:grpSpPr>
        <a:xfrm>
          <a:off x="0" y="0"/>
          <a:ext cx="0" cy="0"/>
          <a:chOff x="0" y="0"/>
          <a:chExt cx="0" cy="0"/>
        </a:xfrm>
      </p:grpSpPr>
      <p:sp>
        <p:nvSpPr>
          <p:cNvPr id="280" name="Google Shape;280;p33"/>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81" name="Google Shape;281;p33" title="GARN_IDV_elementos_cacto5.png"/>
          <p:cNvPicPr preferRelativeResize="0"/>
          <p:nvPr/>
        </p:nvPicPr>
        <p:blipFill rotWithShape="1">
          <a:blip r:embed="rId2">
            <a:alphaModFix/>
          </a:blip>
          <a:srcRect l="28561"/>
          <a:stretch/>
        </p:blipFill>
        <p:spPr>
          <a:xfrm flipH="1">
            <a:off x="-232123" y="-333100"/>
            <a:ext cx="3067001" cy="6840602"/>
          </a:xfrm>
          <a:prstGeom prst="rect">
            <a:avLst/>
          </a:prstGeom>
          <a:noFill/>
          <a:ln>
            <a:noFill/>
          </a:ln>
        </p:spPr>
      </p:pic>
      <p:sp>
        <p:nvSpPr>
          <p:cNvPr id="282" name="Google Shape;282;p33"/>
          <p:cNvSpPr/>
          <p:nvPr/>
        </p:nvSpPr>
        <p:spPr>
          <a:xfrm>
            <a:off x="-71675" y="0"/>
            <a:ext cx="2726100" cy="5143500"/>
          </a:xfrm>
          <a:prstGeom prst="rect">
            <a:avLst/>
          </a:prstGeom>
          <a:solidFill>
            <a:srgbClr val="AED13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sp>
        <p:nvSpPr>
          <p:cNvPr id="283" name="Google Shape;283;p33"/>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rgbClr val="FFF9D9"/>
              </a:buClr>
              <a:buSzPts val="2000"/>
              <a:buNone/>
              <a:defRPr sz="2000">
                <a:solidFill>
                  <a:srgbClr val="FFF9D9"/>
                </a:solidFill>
              </a:defRPr>
            </a:lvl2pPr>
            <a:lvl3pPr lvl="2">
              <a:spcBef>
                <a:spcPts val="0"/>
              </a:spcBef>
              <a:spcAft>
                <a:spcPts val="0"/>
              </a:spcAft>
              <a:buClr>
                <a:srgbClr val="FFF9D9"/>
              </a:buClr>
              <a:buSzPts val="2000"/>
              <a:buNone/>
              <a:defRPr sz="2000">
                <a:solidFill>
                  <a:srgbClr val="FFF9D9"/>
                </a:solidFill>
              </a:defRPr>
            </a:lvl3pPr>
            <a:lvl4pPr lvl="3">
              <a:spcBef>
                <a:spcPts val="0"/>
              </a:spcBef>
              <a:spcAft>
                <a:spcPts val="0"/>
              </a:spcAft>
              <a:buClr>
                <a:srgbClr val="FFF9D9"/>
              </a:buClr>
              <a:buSzPts val="2000"/>
              <a:buNone/>
              <a:defRPr sz="2000">
                <a:solidFill>
                  <a:srgbClr val="FFF9D9"/>
                </a:solidFill>
              </a:defRPr>
            </a:lvl4pPr>
            <a:lvl5pPr lvl="4">
              <a:spcBef>
                <a:spcPts val="0"/>
              </a:spcBef>
              <a:spcAft>
                <a:spcPts val="0"/>
              </a:spcAft>
              <a:buClr>
                <a:srgbClr val="FFF9D9"/>
              </a:buClr>
              <a:buSzPts val="2000"/>
              <a:buNone/>
              <a:defRPr sz="2000">
                <a:solidFill>
                  <a:srgbClr val="FFF9D9"/>
                </a:solidFill>
              </a:defRPr>
            </a:lvl5pPr>
            <a:lvl6pPr lvl="5">
              <a:spcBef>
                <a:spcPts val="0"/>
              </a:spcBef>
              <a:spcAft>
                <a:spcPts val="0"/>
              </a:spcAft>
              <a:buClr>
                <a:srgbClr val="FFF9D9"/>
              </a:buClr>
              <a:buSzPts val="2000"/>
              <a:buNone/>
              <a:defRPr sz="2000">
                <a:solidFill>
                  <a:srgbClr val="FFF9D9"/>
                </a:solidFill>
              </a:defRPr>
            </a:lvl6pPr>
            <a:lvl7pPr lvl="6">
              <a:spcBef>
                <a:spcPts val="0"/>
              </a:spcBef>
              <a:spcAft>
                <a:spcPts val="0"/>
              </a:spcAft>
              <a:buClr>
                <a:srgbClr val="FFF9D9"/>
              </a:buClr>
              <a:buSzPts val="2000"/>
              <a:buNone/>
              <a:defRPr sz="2000">
                <a:solidFill>
                  <a:srgbClr val="FFF9D9"/>
                </a:solidFill>
              </a:defRPr>
            </a:lvl7pPr>
            <a:lvl8pPr lvl="7">
              <a:spcBef>
                <a:spcPts val="0"/>
              </a:spcBef>
              <a:spcAft>
                <a:spcPts val="0"/>
              </a:spcAft>
              <a:buClr>
                <a:srgbClr val="FFF9D9"/>
              </a:buClr>
              <a:buSzPts val="2000"/>
              <a:buNone/>
              <a:defRPr sz="2000">
                <a:solidFill>
                  <a:srgbClr val="FFF9D9"/>
                </a:solidFill>
              </a:defRPr>
            </a:lvl8pPr>
            <a:lvl9pPr lvl="8">
              <a:spcBef>
                <a:spcPts val="0"/>
              </a:spcBef>
              <a:spcAft>
                <a:spcPts val="0"/>
              </a:spcAft>
              <a:buClr>
                <a:srgbClr val="FFF9D9"/>
              </a:buClr>
              <a:buSzPts val="2000"/>
              <a:buNone/>
              <a:defRPr sz="2000">
                <a:solidFill>
                  <a:srgbClr val="FFF9D9"/>
                </a:solidFill>
              </a:defRPr>
            </a:lvl9pPr>
          </a:lstStyle>
          <a:p>
            <a:endParaRPr/>
          </a:p>
        </p:txBody>
      </p:sp>
      <p:pic>
        <p:nvPicPr>
          <p:cNvPr id="284" name="Google Shape;284;p33" title="GARN_IDV_elementos_rnmarrom2.png"/>
          <p:cNvPicPr preferRelativeResize="0"/>
          <p:nvPr/>
        </p:nvPicPr>
        <p:blipFill>
          <a:blip r:embed="rId3">
            <a:alphaModFix/>
          </a:blip>
          <a:stretch>
            <a:fillRect/>
          </a:stretch>
        </p:blipFill>
        <p:spPr>
          <a:xfrm>
            <a:off x="1712330" y="4012125"/>
            <a:ext cx="1537753" cy="885600"/>
          </a:xfrm>
          <a:prstGeom prst="rect">
            <a:avLst/>
          </a:prstGeom>
          <a:noFill/>
          <a:ln>
            <a:noFill/>
          </a:ln>
        </p:spPr>
      </p:pic>
      <p:sp>
        <p:nvSpPr>
          <p:cNvPr id="285" name="Google Shape;285;p33"/>
          <p:cNvSpPr txBox="1">
            <a:spLocks noGrp="1"/>
          </p:cNvSpPr>
          <p:nvPr>
            <p:ph type="subTitle" idx="1"/>
          </p:nvPr>
        </p:nvSpPr>
        <p:spPr>
          <a:xfrm>
            <a:off x="3310950" y="4461500"/>
            <a:ext cx="5252100" cy="313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800"/>
              <a:buNone/>
              <a:defRPr sz="800">
                <a:solidFill>
                  <a:srgbClr val="58A75B"/>
                </a:solidFill>
              </a:defRPr>
            </a:lvl1pPr>
            <a:lvl2pPr lvl="1">
              <a:spcBef>
                <a:spcPts val="600"/>
              </a:spcBef>
              <a:spcAft>
                <a:spcPts val="0"/>
              </a:spcAft>
              <a:buClr>
                <a:srgbClr val="58A75B"/>
              </a:buClr>
              <a:buSzPts val="800"/>
              <a:buNone/>
              <a:defRPr sz="800">
                <a:solidFill>
                  <a:srgbClr val="58A75B"/>
                </a:solidFill>
              </a:defRPr>
            </a:lvl2pPr>
            <a:lvl3pPr lvl="2">
              <a:spcBef>
                <a:spcPts val="0"/>
              </a:spcBef>
              <a:spcAft>
                <a:spcPts val="0"/>
              </a:spcAft>
              <a:buClr>
                <a:srgbClr val="58A75B"/>
              </a:buClr>
              <a:buSzPts val="800"/>
              <a:buNone/>
              <a:defRPr sz="800">
                <a:solidFill>
                  <a:srgbClr val="58A75B"/>
                </a:solidFill>
              </a:defRPr>
            </a:lvl3pPr>
            <a:lvl4pPr lvl="3">
              <a:spcBef>
                <a:spcPts val="0"/>
              </a:spcBef>
              <a:spcAft>
                <a:spcPts val="0"/>
              </a:spcAft>
              <a:buClr>
                <a:srgbClr val="58A75B"/>
              </a:buClr>
              <a:buSzPts val="800"/>
              <a:buNone/>
              <a:defRPr sz="800">
                <a:solidFill>
                  <a:srgbClr val="58A75B"/>
                </a:solidFill>
              </a:defRPr>
            </a:lvl4pPr>
            <a:lvl5pPr lvl="4">
              <a:spcBef>
                <a:spcPts val="0"/>
              </a:spcBef>
              <a:spcAft>
                <a:spcPts val="0"/>
              </a:spcAft>
              <a:buClr>
                <a:srgbClr val="58A75B"/>
              </a:buClr>
              <a:buSzPts val="800"/>
              <a:buNone/>
              <a:defRPr sz="800">
                <a:solidFill>
                  <a:srgbClr val="58A75B"/>
                </a:solidFill>
              </a:defRPr>
            </a:lvl5pPr>
            <a:lvl6pPr lvl="5">
              <a:spcBef>
                <a:spcPts val="0"/>
              </a:spcBef>
              <a:spcAft>
                <a:spcPts val="0"/>
              </a:spcAft>
              <a:buClr>
                <a:srgbClr val="58A75B"/>
              </a:buClr>
              <a:buSzPts val="800"/>
              <a:buNone/>
              <a:defRPr sz="800">
                <a:solidFill>
                  <a:srgbClr val="58A75B"/>
                </a:solidFill>
              </a:defRPr>
            </a:lvl6pPr>
            <a:lvl7pPr lvl="6">
              <a:spcBef>
                <a:spcPts val="0"/>
              </a:spcBef>
              <a:spcAft>
                <a:spcPts val="0"/>
              </a:spcAft>
              <a:buClr>
                <a:srgbClr val="58A75B"/>
              </a:buClr>
              <a:buSzPts val="800"/>
              <a:buNone/>
              <a:defRPr sz="800">
                <a:solidFill>
                  <a:srgbClr val="58A75B"/>
                </a:solidFill>
              </a:defRPr>
            </a:lvl7pPr>
            <a:lvl8pPr lvl="7">
              <a:spcBef>
                <a:spcPts val="0"/>
              </a:spcBef>
              <a:spcAft>
                <a:spcPts val="0"/>
              </a:spcAft>
              <a:buClr>
                <a:srgbClr val="58A75B"/>
              </a:buClr>
              <a:buSzPts val="800"/>
              <a:buNone/>
              <a:defRPr sz="800">
                <a:solidFill>
                  <a:srgbClr val="58A75B"/>
                </a:solidFill>
              </a:defRPr>
            </a:lvl8pPr>
            <a:lvl9pPr lvl="8">
              <a:spcBef>
                <a:spcPts val="0"/>
              </a:spcBef>
              <a:spcAft>
                <a:spcPts val="0"/>
              </a:spcAft>
              <a:buClr>
                <a:srgbClr val="58A75B"/>
              </a:buClr>
              <a:buSzPts val="800"/>
              <a:buNone/>
              <a:defRPr sz="800">
                <a:solidFill>
                  <a:srgbClr val="58A75B"/>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onto principal 1 1">
  <p:cSld name="MAIN_POINT_1_1">
    <p:spTree>
      <p:nvGrpSpPr>
        <p:cNvPr id="1" name="Shape 295"/>
        <p:cNvGrpSpPr/>
        <p:nvPr/>
      </p:nvGrpSpPr>
      <p:grpSpPr>
        <a:xfrm>
          <a:off x="0" y="0"/>
          <a:ext cx="0" cy="0"/>
          <a:chOff x="0" y="0"/>
          <a:chExt cx="0" cy="0"/>
        </a:xfrm>
      </p:grpSpPr>
      <p:sp>
        <p:nvSpPr>
          <p:cNvPr id="296" name="Google Shape;296;p35"/>
          <p:cNvSpPr/>
          <p:nvPr/>
        </p:nvSpPr>
        <p:spPr>
          <a:xfrm>
            <a:off x="-71675" y="0"/>
            <a:ext cx="2726100" cy="51435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297" name="Google Shape;297;p35" title="GARN_IDV_elementos_cacto1.png"/>
          <p:cNvPicPr preferRelativeResize="0"/>
          <p:nvPr/>
        </p:nvPicPr>
        <p:blipFill rotWithShape="1">
          <a:blip r:embed="rId2">
            <a:alphaModFix/>
          </a:blip>
          <a:srcRect l="28335"/>
          <a:stretch/>
        </p:blipFill>
        <p:spPr>
          <a:xfrm flipH="1">
            <a:off x="-252126" y="-333100"/>
            <a:ext cx="3087001" cy="6840602"/>
          </a:xfrm>
          <a:prstGeom prst="rect">
            <a:avLst/>
          </a:prstGeom>
          <a:noFill/>
          <a:ln>
            <a:noFill/>
          </a:ln>
        </p:spPr>
      </p:pic>
      <p:sp>
        <p:nvSpPr>
          <p:cNvPr id="298" name="Google Shape;298;p35"/>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pic>
        <p:nvPicPr>
          <p:cNvPr id="299" name="Google Shape;299;p35" title="GARN_IDV_elementos_rnamarelo2.png"/>
          <p:cNvPicPr preferRelativeResize="0"/>
          <p:nvPr/>
        </p:nvPicPr>
        <p:blipFill>
          <a:blip r:embed="rId3">
            <a:alphaModFix/>
          </a:blip>
          <a:stretch>
            <a:fillRect/>
          </a:stretch>
        </p:blipFill>
        <p:spPr>
          <a:xfrm>
            <a:off x="1712355" y="4012117"/>
            <a:ext cx="1537725" cy="885600"/>
          </a:xfrm>
          <a:prstGeom prst="rect">
            <a:avLst/>
          </a:prstGeom>
          <a:noFill/>
          <a:ln>
            <a:noFill/>
          </a:ln>
        </p:spPr>
      </p:pic>
      <p:sp>
        <p:nvSpPr>
          <p:cNvPr id="300" name="Google Shape;300;p35"/>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1" name="Google Shape;301;p35"/>
          <p:cNvSpPr txBox="1">
            <a:spLocks noGrp="1"/>
          </p:cNvSpPr>
          <p:nvPr>
            <p:ph type="subTitle" idx="1"/>
          </p:nvPr>
        </p:nvSpPr>
        <p:spPr>
          <a:xfrm>
            <a:off x="3310950" y="4461500"/>
            <a:ext cx="5252100" cy="313200"/>
          </a:xfrm>
          <a:prstGeom prst="rect">
            <a:avLst/>
          </a:prstGeom>
        </p:spPr>
        <p:txBody>
          <a:bodyPr spcFirstLastPara="1" wrap="square" lIns="91425" tIns="91425" rIns="91425" bIns="91425" anchor="t" anchorCtr="0">
            <a:normAutofit/>
          </a:bodyPr>
          <a:lstStyle>
            <a:lvl1pPr lvl="0">
              <a:spcBef>
                <a:spcPts val="0"/>
              </a:spcBef>
              <a:spcAft>
                <a:spcPts val="0"/>
              </a:spcAft>
              <a:buClr>
                <a:srgbClr val="58A75B"/>
              </a:buClr>
              <a:buSzPts val="800"/>
              <a:buNone/>
              <a:defRPr sz="800">
                <a:solidFill>
                  <a:srgbClr val="58A75B"/>
                </a:solidFill>
              </a:defRPr>
            </a:lvl1pPr>
            <a:lvl2pPr lvl="1">
              <a:spcBef>
                <a:spcPts val="600"/>
              </a:spcBef>
              <a:spcAft>
                <a:spcPts val="0"/>
              </a:spcAft>
              <a:buClr>
                <a:srgbClr val="58A75B"/>
              </a:buClr>
              <a:buSzPts val="800"/>
              <a:buNone/>
              <a:defRPr sz="800">
                <a:solidFill>
                  <a:srgbClr val="58A75B"/>
                </a:solidFill>
              </a:defRPr>
            </a:lvl2pPr>
            <a:lvl3pPr lvl="2">
              <a:spcBef>
                <a:spcPts val="0"/>
              </a:spcBef>
              <a:spcAft>
                <a:spcPts val="0"/>
              </a:spcAft>
              <a:buClr>
                <a:srgbClr val="58A75B"/>
              </a:buClr>
              <a:buSzPts val="800"/>
              <a:buNone/>
              <a:defRPr sz="800">
                <a:solidFill>
                  <a:srgbClr val="58A75B"/>
                </a:solidFill>
              </a:defRPr>
            </a:lvl3pPr>
            <a:lvl4pPr lvl="3">
              <a:spcBef>
                <a:spcPts val="0"/>
              </a:spcBef>
              <a:spcAft>
                <a:spcPts val="0"/>
              </a:spcAft>
              <a:buClr>
                <a:srgbClr val="58A75B"/>
              </a:buClr>
              <a:buSzPts val="800"/>
              <a:buNone/>
              <a:defRPr sz="800">
                <a:solidFill>
                  <a:srgbClr val="58A75B"/>
                </a:solidFill>
              </a:defRPr>
            </a:lvl4pPr>
            <a:lvl5pPr lvl="4">
              <a:spcBef>
                <a:spcPts val="0"/>
              </a:spcBef>
              <a:spcAft>
                <a:spcPts val="0"/>
              </a:spcAft>
              <a:buClr>
                <a:srgbClr val="58A75B"/>
              </a:buClr>
              <a:buSzPts val="800"/>
              <a:buNone/>
              <a:defRPr sz="800">
                <a:solidFill>
                  <a:srgbClr val="58A75B"/>
                </a:solidFill>
              </a:defRPr>
            </a:lvl5pPr>
            <a:lvl6pPr lvl="5">
              <a:spcBef>
                <a:spcPts val="0"/>
              </a:spcBef>
              <a:spcAft>
                <a:spcPts val="0"/>
              </a:spcAft>
              <a:buClr>
                <a:srgbClr val="58A75B"/>
              </a:buClr>
              <a:buSzPts val="800"/>
              <a:buNone/>
              <a:defRPr sz="800">
                <a:solidFill>
                  <a:srgbClr val="58A75B"/>
                </a:solidFill>
              </a:defRPr>
            </a:lvl6pPr>
            <a:lvl7pPr lvl="6">
              <a:spcBef>
                <a:spcPts val="0"/>
              </a:spcBef>
              <a:spcAft>
                <a:spcPts val="0"/>
              </a:spcAft>
              <a:buClr>
                <a:srgbClr val="58A75B"/>
              </a:buClr>
              <a:buSzPts val="800"/>
              <a:buNone/>
              <a:defRPr sz="800">
                <a:solidFill>
                  <a:srgbClr val="58A75B"/>
                </a:solidFill>
              </a:defRPr>
            </a:lvl7pPr>
            <a:lvl8pPr lvl="7">
              <a:spcBef>
                <a:spcPts val="0"/>
              </a:spcBef>
              <a:spcAft>
                <a:spcPts val="0"/>
              </a:spcAft>
              <a:buClr>
                <a:srgbClr val="58A75B"/>
              </a:buClr>
              <a:buSzPts val="800"/>
              <a:buNone/>
              <a:defRPr sz="800">
                <a:solidFill>
                  <a:srgbClr val="58A75B"/>
                </a:solidFill>
              </a:defRPr>
            </a:lvl8pPr>
            <a:lvl9pPr lvl="8">
              <a:spcBef>
                <a:spcPts val="0"/>
              </a:spcBef>
              <a:spcAft>
                <a:spcPts val="0"/>
              </a:spcAft>
              <a:buClr>
                <a:srgbClr val="58A75B"/>
              </a:buClr>
              <a:buSzPts val="800"/>
              <a:buNone/>
              <a:defRPr sz="800">
                <a:solidFill>
                  <a:srgbClr val="58A75B"/>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úmero grande 1">
  <p:cSld name="BIG_NUMBER_1">
    <p:bg>
      <p:bgPr>
        <a:solidFill>
          <a:srgbClr val="FDE6FF"/>
        </a:solidFill>
        <a:effectLst/>
      </p:bgPr>
    </p:bg>
    <p:spTree>
      <p:nvGrpSpPr>
        <p:cNvPr id="1" name="Shape 318"/>
        <p:cNvGrpSpPr/>
        <p:nvPr/>
      </p:nvGrpSpPr>
      <p:grpSpPr>
        <a:xfrm>
          <a:off x="0" y="0"/>
          <a:ext cx="0" cy="0"/>
          <a:chOff x="0" y="0"/>
          <a:chExt cx="0" cy="0"/>
        </a:xfrm>
      </p:grpSpPr>
      <p:sp>
        <p:nvSpPr>
          <p:cNvPr id="319" name="Google Shape;319;p39"/>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grpSp>
        <p:nvGrpSpPr>
          <p:cNvPr id="320" name="Google Shape;320;p39"/>
          <p:cNvGrpSpPr/>
          <p:nvPr/>
        </p:nvGrpSpPr>
        <p:grpSpPr>
          <a:xfrm>
            <a:off x="-50" y="4601175"/>
            <a:ext cx="9144000" cy="551600"/>
            <a:chOff x="-50" y="4601175"/>
            <a:chExt cx="9144000" cy="551600"/>
          </a:xfrm>
        </p:grpSpPr>
        <p:sp>
          <p:nvSpPr>
            <p:cNvPr id="321" name="Google Shape;321;p39"/>
            <p:cNvSpPr/>
            <p:nvPr/>
          </p:nvSpPr>
          <p:spPr>
            <a:xfrm rot="10800000">
              <a:off x="-50" y="4761575"/>
              <a:ext cx="91440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22" name="Google Shape;322;p39" title="GARN_IDV_elementos_rnbandeira.png"/>
            <p:cNvPicPr preferRelativeResize="0"/>
            <p:nvPr/>
          </p:nvPicPr>
          <p:blipFill>
            <a:blip r:embed="rId2">
              <a:alphaModFix/>
            </a:blip>
            <a:stretch>
              <a:fillRect/>
            </a:stretch>
          </p:blipFill>
          <p:spPr>
            <a:xfrm>
              <a:off x="181175" y="4601175"/>
              <a:ext cx="693400" cy="399349"/>
            </a:xfrm>
            <a:prstGeom prst="rect">
              <a:avLst/>
            </a:prstGeom>
            <a:noFill/>
            <a:ln>
              <a:noFill/>
            </a:ln>
          </p:spPr>
        </p:pic>
      </p:grpSp>
      <p:pic>
        <p:nvPicPr>
          <p:cNvPr id="323" name="Google Shape;323;p39" title="GARN_IDV_elementos_cacto4.png"/>
          <p:cNvPicPr preferRelativeResize="0"/>
          <p:nvPr/>
        </p:nvPicPr>
        <p:blipFill>
          <a:blip r:embed="rId3">
            <a:alphaModFix/>
          </a:blip>
          <a:stretch>
            <a:fillRect/>
          </a:stretch>
        </p:blipFill>
        <p:spPr>
          <a:xfrm>
            <a:off x="468873" y="1547050"/>
            <a:ext cx="2302127" cy="3317924"/>
          </a:xfrm>
          <a:prstGeom prst="rect">
            <a:avLst/>
          </a:prstGeom>
          <a:noFill/>
          <a:ln>
            <a:noFill/>
          </a:ln>
        </p:spPr>
      </p:pic>
      <p:pic>
        <p:nvPicPr>
          <p:cNvPr id="324" name="Google Shape;324;p39" title="GARN_IDV_elementos_sol.png"/>
          <p:cNvPicPr preferRelativeResize="0"/>
          <p:nvPr/>
        </p:nvPicPr>
        <p:blipFill>
          <a:blip r:embed="rId4">
            <a:alphaModFix/>
          </a:blip>
          <a:stretch>
            <a:fillRect/>
          </a:stretch>
        </p:blipFill>
        <p:spPr>
          <a:xfrm>
            <a:off x="-360150" y="-436125"/>
            <a:ext cx="1623199" cy="1623224"/>
          </a:xfrm>
          <a:prstGeom prst="rect">
            <a:avLst/>
          </a:prstGeom>
          <a:noFill/>
          <a:ln>
            <a:noFill/>
          </a:ln>
        </p:spPr>
      </p:pic>
      <p:sp>
        <p:nvSpPr>
          <p:cNvPr id="325" name="Google Shape;325;p39"/>
          <p:cNvSpPr txBox="1">
            <a:spLocks noGrp="1"/>
          </p:cNvSpPr>
          <p:nvPr>
            <p:ph type="title"/>
          </p:nvPr>
        </p:nvSpPr>
        <p:spPr>
          <a:xfrm>
            <a:off x="3464500" y="1256625"/>
            <a:ext cx="4655100" cy="22650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sz="2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úmero grande 1 1">
  <p:cSld name="BIG_NUMBER_1_1">
    <p:bg>
      <p:bgPr>
        <a:solidFill>
          <a:srgbClr val="FFE6D9"/>
        </a:solidFill>
        <a:effectLst/>
      </p:bgPr>
    </p:bg>
    <p:spTree>
      <p:nvGrpSpPr>
        <p:cNvPr id="1" name="Shape 326"/>
        <p:cNvGrpSpPr/>
        <p:nvPr/>
      </p:nvGrpSpPr>
      <p:grpSpPr>
        <a:xfrm>
          <a:off x="0" y="0"/>
          <a:ext cx="0" cy="0"/>
          <a:chOff x="0" y="0"/>
          <a:chExt cx="0" cy="0"/>
        </a:xfrm>
      </p:grpSpPr>
      <p:pic>
        <p:nvPicPr>
          <p:cNvPr id="327" name="Google Shape;327;p40" title="GARN_IDV_elementos_posterosa.png"/>
          <p:cNvPicPr preferRelativeResize="0"/>
          <p:nvPr/>
        </p:nvPicPr>
        <p:blipFill>
          <a:blip r:embed="rId2">
            <a:alphaModFix/>
          </a:blip>
          <a:stretch>
            <a:fillRect/>
          </a:stretch>
        </p:blipFill>
        <p:spPr>
          <a:xfrm>
            <a:off x="325799" y="2899299"/>
            <a:ext cx="836524" cy="1924977"/>
          </a:xfrm>
          <a:prstGeom prst="rect">
            <a:avLst/>
          </a:prstGeom>
          <a:noFill/>
          <a:ln>
            <a:noFill/>
          </a:ln>
        </p:spPr>
      </p:pic>
      <p:sp>
        <p:nvSpPr>
          <p:cNvPr id="328" name="Google Shape;328;p40"/>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grpSp>
        <p:nvGrpSpPr>
          <p:cNvPr id="329" name="Google Shape;329;p40"/>
          <p:cNvGrpSpPr/>
          <p:nvPr/>
        </p:nvGrpSpPr>
        <p:grpSpPr>
          <a:xfrm>
            <a:off x="-50" y="4601175"/>
            <a:ext cx="9144000" cy="551600"/>
            <a:chOff x="-50" y="4601175"/>
            <a:chExt cx="9144000" cy="551600"/>
          </a:xfrm>
        </p:grpSpPr>
        <p:sp>
          <p:nvSpPr>
            <p:cNvPr id="330" name="Google Shape;330;p40"/>
            <p:cNvSpPr/>
            <p:nvPr/>
          </p:nvSpPr>
          <p:spPr>
            <a:xfrm rot="10800000">
              <a:off x="-50" y="4761575"/>
              <a:ext cx="9144000" cy="3912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1" name="Google Shape;331;p40" title="GARN_IDV_elementos_rnbandeira.png"/>
            <p:cNvPicPr preferRelativeResize="0"/>
            <p:nvPr/>
          </p:nvPicPr>
          <p:blipFill>
            <a:blip r:embed="rId3">
              <a:alphaModFix/>
            </a:blip>
            <a:stretch>
              <a:fillRect/>
            </a:stretch>
          </p:blipFill>
          <p:spPr>
            <a:xfrm>
              <a:off x="181175" y="4601175"/>
              <a:ext cx="693400" cy="399349"/>
            </a:xfrm>
            <a:prstGeom prst="rect">
              <a:avLst/>
            </a:prstGeom>
            <a:noFill/>
            <a:ln>
              <a:noFill/>
            </a:ln>
          </p:spPr>
        </p:pic>
      </p:grpSp>
      <p:pic>
        <p:nvPicPr>
          <p:cNvPr id="332" name="Google Shape;332;p40" title="GARN_IDV_elementos_posterosa.png"/>
          <p:cNvPicPr preferRelativeResize="0"/>
          <p:nvPr/>
        </p:nvPicPr>
        <p:blipFill>
          <a:blip r:embed="rId2">
            <a:alphaModFix/>
          </a:blip>
          <a:stretch>
            <a:fillRect/>
          </a:stretch>
        </p:blipFill>
        <p:spPr>
          <a:xfrm>
            <a:off x="851848" y="1479449"/>
            <a:ext cx="1453550" cy="3344824"/>
          </a:xfrm>
          <a:prstGeom prst="rect">
            <a:avLst/>
          </a:prstGeom>
          <a:noFill/>
          <a:ln>
            <a:noFill/>
          </a:ln>
        </p:spPr>
      </p:pic>
      <p:pic>
        <p:nvPicPr>
          <p:cNvPr id="333" name="Google Shape;333;p40" title="GARN_IDV_elementos_sol.png"/>
          <p:cNvPicPr preferRelativeResize="0"/>
          <p:nvPr/>
        </p:nvPicPr>
        <p:blipFill>
          <a:blip r:embed="rId4">
            <a:alphaModFix/>
          </a:blip>
          <a:stretch>
            <a:fillRect/>
          </a:stretch>
        </p:blipFill>
        <p:spPr>
          <a:xfrm>
            <a:off x="-360150" y="-436125"/>
            <a:ext cx="1623199" cy="1623224"/>
          </a:xfrm>
          <a:prstGeom prst="rect">
            <a:avLst/>
          </a:prstGeom>
          <a:noFill/>
          <a:ln>
            <a:noFill/>
          </a:ln>
        </p:spPr>
      </p:pic>
      <p:sp>
        <p:nvSpPr>
          <p:cNvPr id="334" name="Google Shape;334;p40"/>
          <p:cNvSpPr txBox="1">
            <a:spLocks noGrp="1"/>
          </p:cNvSpPr>
          <p:nvPr>
            <p:ph type="title"/>
          </p:nvPr>
        </p:nvSpPr>
        <p:spPr>
          <a:xfrm>
            <a:off x="3464500" y="1256625"/>
            <a:ext cx="4655100" cy="22650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sz="2800"/>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35"/>
        <p:cNvGrpSpPr/>
        <p:nvPr/>
      </p:nvGrpSpPr>
      <p:grpSpPr>
        <a:xfrm>
          <a:off x="0" y="0"/>
          <a:ext cx="0" cy="0"/>
          <a:chOff x="0" y="0"/>
          <a:chExt cx="0" cy="0"/>
        </a:xfrm>
      </p:grpSpPr>
      <p:pic>
        <p:nvPicPr>
          <p:cNvPr id="336" name="Google Shape;336;p41" title="GARN_IDV_elementos_sol.png"/>
          <p:cNvPicPr preferRelativeResize="0"/>
          <p:nvPr/>
        </p:nvPicPr>
        <p:blipFill>
          <a:blip r:embed="rId2">
            <a:alphaModFix/>
          </a:blip>
          <a:stretch>
            <a:fillRect/>
          </a:stretch>
        </p:blipFill>
        <p:spPr>
          <a:xfrm>
            <a:off x="5498876" y="269326"/>
            <a:ext cx="2918851" cy="2918876"/>
          </a:xfrm>
          <a:prstGeom prst="rect">
            <a:avLst/>
          </a:prstGeom>
          <a:noFill/>
          <a:ln>
            <a:noFill/>
          </a:ln>
        </p:spPr>
      </p:pic>
      <p:sp>
        <p:nvSpPr>
          <p:cNvPr id="337" name="Google Shape;337;p41"/>
          <p:cNvSpPr txBox="1">
            <a:spLocks noGrp="1"/>
          </p:cNvSpPr>
          <p:nvPr>
            <p:ph type="sldNum" idx="12"/>
          </p:nvPr>
        </p:nvSpPr>
        <p:spPr>
          <a:xfrm>
            <a:off x="8535925" y="4395200"/>
            <a:ext cx="485100" cy="3795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
        <p:nvSpPr>
          <p:cNvPr id="338" name="Google Shape;338;p41"/>
          <p:cNvSpPr/>
          <p:nvPr/>
        </p:nvSpPr>
        <p:spPr>
          <a:xfrm>
            <a:off x="50" y="1650325"/>
            <a:ext cx="9144000" cy="3513900"/>
          </a:xfrm>
          <a:prstGeom prst="rect">
            <a:avLst/>
          </a:prstGeom>
          <a:solidFill>
            <a:srgbClr val="58A75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a:ea typeface="Nunito"/>
              <a:cs typeface="Nunito"/>
              <a:sym typeface="Nunito"/>
            </a:endParaRPr>
          </a:p>
        </p:txBody>
      </p:sp>
      <p:pic>
        <p:nvPicPr>
          <p:cNvPr id="339" name="Google Shape;339;p41" title="AssinaturasRégua-grande---branco.png"/>
          <p:cNvPicPr preferRelativeResize="0"/>
          <p:nvPr/>
        </p:nvPicPr>
        <p:blipFill>
          <a:blip r:embed="rId3">
            <a:alphaModFix/>
          </a:blip>
          <a:stretch>
            <a:fillRect/>
          </a:stretch>
        </p:blipFill>
        <p:spPr>
          <a:xfrm>
            <a:off x="829014" y="3592325"/>
            <a:ext cx="7485972" cy="10892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rgbClr val="58A75B"/>
              </a:buClr>
              <a:buSzPts val="1600"/>
              <a:buFont typeface="Nunito"/>
              <a:buNone/>
              <a:defRPr sz="1600" b="1">
                <a:solidFill>
                  <a:srgbClr val="58A75B"/>
                </a:solidFill>
                <a:latin typeface="Nunito"/>
                <a:ea typeface="Nunito"/>
                <a:cs typeface="Nunito"/>
                <a:sym typeface="Nunito"/>
              </a:defRPr>
            </a:lvl1pPr>
            <a:lvl2pPr lvl="1">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2pPr>
            <a:lvl3pPr lvl="2">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3pPr>
            <a:lvl4pPr lvl="3">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4pPr>
            <a:lvl5pPr lvl="4">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5pPr>
            <a:lvl6pPr lvl="5">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6pPr>
            <a:lvl7pPr lvl="6">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7pPr>
            <a:lvl8pPr lvl="7">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8pPr>
            <a:lvl9pPr lvl="8">
              <a:spcBef>
                <a:spcPts val="0"/>
              </a:spcBef>
              <a:spcAft>
                <a:spcPts val="0"/>
              </a:spcAft>
              <a:buClr>
                <a:srgbClr val="58A75B"/>
              </a:buClr>
              <a:buSzPts val="2400"/>
              <a:buFont typeface="Nunito"/>
              <a:buNone/>
              <a:defRPr sz="2400" b="1">
                <a:solidFill>
                  <a:srgbClr val="58A75B"/>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1pPr>
            <a:lvl2pPr marL="914400" lvl="1" indent="-292100">
              <a:lnSpc>
                <a:spcPct val="115000"/>
              </a:lnSpc>
              <a:spcBef>
                <a:spcPts val="600"/>
              </a:spcBef>
              <a:spcAft>
                <a:spcPts val="0"/>
              </a:spcAft>
              <a:buClr>
                <a:srgbClr val="C4803F"/>
              </a:buClr>
              <a:buSzPts val="1000"/>
              <a:buFont typeface="Nunito"/>
              <a:buChar char="○"/>
              <a:defRPr sz="1000">
                <a:solidFill>
                  <a:srgbClr val="C4803F"/>
                </a:solidFill>
                <a:latin typeface="Nunito"/>
                <a:ea typeface="Nunito"/>
                <a:cs typeface="Nunito"/>
                <a:sym typeface="Nunito"/>
              </a:defRPr>
            </a:lvl2pPr>
            <a:lvl3pPr marL="1371600" lvl="2"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3pPr>
            <a:lvl4pPr marL="1828800" lvl="3"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4pPr>
            <a:lvl5pPr marL="2286000" lvl="4"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5pPr>
            <a:lvl6pPr marL="2743200" lvl="5"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6pPr>
            <a:lvl7pPr marL="3200400" lvl="6"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7pPr>
            <a:lvl8pPr marL="3657600" lvl="7"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8pPr>
            <a:lvl9pPr marL="4114800" lvl="8" indent="-292100">
              <a:lnSpc>
                <a:spcPct val="115000"/>
              </a:lnSpc>
              <a:spcBef>
                <a:spcPts val="0"/>
              </a:spcBef>
              <a:spcAft>
                <a:spcPts val="0"/>
              </a:spcAft>
              <a:buClr>
                <a:srgbClr val="C4803F"/>
              </a:buClr>
              <a:buSzPts val="1000"/>
              <a:buFont typeface="Nunito"/>
              <a:buChar char="■"/>
              <a:defRPr sz="1000">
                <a:solidFill>
                  <a:srgbClr val="C4803F"/>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535925" y="4395200"/>
            <a:ext cx="485100" cy="379500"/>
          </a:xfrm>
          <a:prstGeom prst="rect">
            <a:avLst/>
          </a:prstGeom>
          <a:noFill/>
          <a:ln>
            <a:noFill/>
          </a:ln>
        </p:spPr>
        <p:txBody>
          <a:bodyPr spcFirstLastPara="1" wrap="square" lIns="91425" tIns="91425" rIns="91425" bIns="91425" anchor="ctr" anchorCtr="0">
            <a:normAutofit/>
          </a:bodyPr>
          <a:lstStyle>
            <a:lvl1pPr lvl="0" algn="r">
              <a:buNone/>
              <a:defRPr sz="1000">
                <a:solidFill>
                  <a:srgbClr val="58A75B"/>
                </a:solidFill>
                <a:latin typeface="Nunito"/>
                <a:ea typeface="Nunito"/>
                <a:cs typeface="Nunito"/>
                <a:sym typeface="Nunito"/>
              </a:defRPr>
            </a:lvl1pPr>
            <a:lvl2pPr lvl="1" algn="r">
              <a:buNone/>
              <a:defRPr sz="1000">
                <a:solidFill>
                  <a:srgbClr val="58A75B"/>
                </a:solidFill>
                <a:latin typeface="Nunito"/>
                <a:ea typeface="Nunito"/>
                <a:cs typeface="Nunito"/>
                <a:sym typeface="Nunito"/>
              </a:defRPr>
            </a:lvl2pPr>
            <a:lvl3pPr lvl="2" algn="r">
              <a:buNone/>
              <a:defRPr sz="1000">
                <a:solidFill>
                  <a:srgbClr val="58A75B"/>
                </a:solidFill>
                <a:latin typeface="Nunito"/>
                <a:ea typeface="Nunito"/>
                <a:cs typeface="Nunito"/>
                <a:sym typeface="Nunito"/>
              </a:defRPr>
            </a:lvl3pPr>
            <a:lvl4pPr lvl="3" algn="r">
              <a:buNone/>
              <a:defRPr sz="1000">
                <a:solidFill>
                  <a:srgbClr val="58A75B"/>
                </a:solidFill>
                <a:latin typeface="Nunito"/>
                <a:ea typeface="Nunito"/>
                <a:cs typeface="Nunito"/>
                <a:sym typeface="Nunito"/>
              </a:defRPr>
            </a:lvl4pPr>
            <a:lvl5pPr lvl="4" algn="r">
              <a:buNone/>
              <a:defRPr sz="1000">
                <a:solidFill>
                  <a:srgbClr val="58A75B"/>
                </a:solidFill>
                <a:latin typeface="Nunito"/>
                <a:ea typeface="Nunito"/>
                <a:cs typeface="Nunito"/>
                <a:sym typeface="Nunito"/>
              </a:defRPr>
            </a:lvl5pPr>
            <a:lvl6pPr lvl="5" algn="r">
              <a:buNone/>
              <a:defRPr sz="1000">
                <a:solidFill>
                  <a:srgbClr val="58A75B"/>
                </a:solidFill>
                <a:latin typeface="Nunito"/>
                <a:ea typeface="Nunito"/>
                <a:cs typeface="Nunito"/>
                <a:sym typeface="Nunito"/>
              </a:defRPr>
            </a:lvl6pPr>
            <a:lvl7pPr lvl="6" algn="r">
              <a:buNone/>
              <a:defRPr sz="1000">
                <a:solidFill>
                  <a:srgbClr val="58A75B"/>
                </a:solidFill>
                <a:latin typeface="Nunito"/>
                <a:ea typeface="Nunito"/>
                <a:cs typeface="Nunito"/>
                <a:sym typeface="Nunito"/>
              </a:defRPr>
            </a:lvl7pPr>
            <a:lvl8pPr lvl="7" algn="r">
              <a:buNone/>
              <a:defRPr sz="1000">
                <a:solidFill>
                  <a:srgbClr val="58A75B"/>
                </a:solidFill>
                <a:latin typeface="Nunito"/>
                <a:ea typeface="Nunito"/>
                <a:cs typeface="Nunito"/>
                <a:sym typeface="Nunito"/>
              </a:defRPr>
            </a:lvl8pPr>
            <a:lvl9pPr lvl="8" algn="r">
              <a:buNone/>
              <a:defRPr sz="1000">
                <a:solidFill>
                  <a:srgbClr val="58A75B"/>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9" r:id="rId2"/>
    <p:sldLayoutId id="2147483660" r:id="rId3"/>
    <p:sldLayoutId id="2147483661" r:id="rId4"/>
    <p:sldLayoutId id="2147483662" r:id="rId5"/>
    <p:sldLayoutId id="2147483663" r:id="rId6"/>
    <p:sldLayoutId id="2147483664" r:id="rId7"/>
    <p:sldLayoutId id="2147483670" r:id="rId8"/>
    <p:sldLayoutId id="2147483675" r:id="rId9"/>
    <p:sldLayoutId id="2147483679" r:id="rId10"/>
    <p:sldLayoutId id="2147483681" r:id="rId11"/>
    <p:sldLayoutId id="2147483685" r:id="rId12"/>
    <p:sldLayoutId id="2147483686" r:id="rId13"/>
    <p:sldLayoutId id="214748368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2"/>
          <p:cNvSpPr txBox="1">
            <a:spLocks noGrp="1"/>
          </p:cNvSpPr>
          <p:nvPr>
            <p:ph type="title"/>
          </p:nvPr>
        </p:nvSpPr>
        <p:spPr>
          <a:xfrm>
            <a:off x="1597624" y="1435429"/>
            <a:ext cx="3757157" cy="1293915"/>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pt-BR" sz="2800" dirty="0"/>
              <a:t>Avaliação de Desempenho 2025</a:t>
            </a:r>
            <a:endParaRPr sz="2800" dirty="0"/>
          </a:p>
        </p:txBody>
      </p:sp>
      <p:sp>
        <p:nvSpPr>
          <p:cNvPr id="345" name="Google Shape;345;p42"/>
          <p:cNvSpPr txBox="1">
            <a:spLocks noGrp="1"/>
          </p:cNvSpPr>
          <p:nvPr>
            <p:ph type="subTitle" idx="1"/>
          </p:nvPr>
        </p:nvSpPr>
        <p:spPr>
          <a:xfrm>
            <a:off x="1597624" y="2980707"/>
            <a:ext cx="6805157" cy="387000"/>
          </a:xfrm>
          <a:prstGeom prst="rect">
            <a:avLst/>
          </a:prstGeom>
        </p:spPr>
        <p:txBody>
          <a:bodyPr spcFirstLastPara="1" wrap="square" lIns="91425" tIns="91425" rIns="91425" bIns="91425" anchor="t" anchorCtr="0">
            <a:noAutofit/>
          </a:bodyPr>
          <a:lstStyle/>
          <a:p>
            <a:r>
              <a:rPr sz="1800" b="1"/>
              <a:t>Ana Angela de Medeiros Sousa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2"/>
          <p:cNvSpPr txBox="1">
            <a:spLocks noGrp="1"/>
          </p:cNvSpPr>
          <p:nvPr>
            <p:ph type="title"/>
          </p:nvPr>
        </p:nvSpPr>
        <p:spPr>
          <a:xfrm>
            <a:off x="2629158" y="224461"/>
            <a:ext cx="6296373" cy="86312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pt-BR" dirty="0"/>
              <a:t>Competências Gerais</a:t>
            </a:r>
            <a:endParaRPr dirty="0"/>
          </a:p>
        </p:txBody>
      </p:sp>
      <p:sp>
        <p:nvSpPr>
          <p:cNvPr id="2" name="Google Shape;494;p69">
            <a:extLst>
              <a:ext uri="{FF2B5EF4-FFF2-40B4-BE49-F238E27FC236}">
                <a16:creationId xmlns:a16="http://schemas.microsoft.com/office/drawing/2014/main" id="{A3D62C18-6B73-72BF-AF36-F372BF65A6FD}"/>
              </a:ext>
            </a:extLst>
          </p:cNvPr>
          <p:cNvSpPr txBox="1">
            <a:spLocks/>
          </p:cNvSpPr>
          <p:nvPr/>
        </p:nvSpPr>
        <p:spPr>
          <a:xfrm>
            <a:off x="2629158" y="995686"/>
            <a:ext cx="2005652" cy="8631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Autoavaliação</a:t>
            </a:r>
          </a:p>
        </p:txBody>
      </p:sp>
      <p:sp>
        <p:nvSpPr>
          <p:cNvPr id="3" name="Google Shape;494;p69">
            <a:extLst>
              <a:ext uri="{FF2B5EF4-FFF2-40B4-BE49-F238E27FC236}">
                <a16:creationId xmlns:a16="http://schemas.microsoft.com/office/drawing/2014/main" id="{AE212427-3CF3-F982-717F-45AB13F517FE}"/>
              </a:ext>
            </a:extLst>
          </p:cNvPr>
          <p:cNvSpPr txBox="1">
            <a:spLocks/>
          </p:cNvSpPr>
          <p:nvPr/>
        </p:nvSpPr>
        <p:spPr>
          <a:xfrm>
            <a:off x="4634810" y="995686"/>
            <a:ext cx="2062466"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Líderes</a:t>
            </a:r>
          </a:p>
        </p:txBody>
      </p:sp>
      <p:sp>
        <p:nvSpPr>
          <p:cNvPr id="4" name="Google Shape;494;p69">
            <a:extLst>
              <a:ext uri="{FF2B5EF4-FFF2-40B4-BE49-F238E27FC236}">
                <a16:creationId xmlns:a16="http://schemas.microsoft.com/office/drawing/2014/main" id="{CAF56A1F-502A-9BAE-6FEA-94017C33371B}"/>
              </a:ext>
            </a:extLst>
          </p:cNvPr>
          <p:cNvSpPr txBox="1">
            <a:spLocks/>
          </p:cNvSpPr>
          <p:nvPr/>
        </p:nvSpPr>
        <p:spPr>
          <a:xfrm>
            <a:off x="6697276" y="995685"/>
            <a:ext cx="2228255"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Liderados</a:t>
            </a:r>
          </a:p>
        </p:txBody>
      </p:sp>
      <p:sp>
        <p:nvSpPr>
          <p:cNvPr id="6" name="Google Shape;494;p69">
            <a:extLst>
              <a:ext uri="{FF2B5EF4-FFF2-40B4-BE49-F238E27FC236}">
                <a16:creationId xmlns:a16="http://schemas.microsoft.com/office/drawing/2014/main" id="{5B6D0943-71A0-7942-6EC2-C5EC14CB0E04}"/>
              </a:ext>
            </a:extLst>
          </p:cNvPr>
          <p:cNvSpPr txBox="1">
            <a:spLocks/>
          </p:cNvSpPr>
          <p:nvPr/>
        </p:nvSpPr>
        <p:spPr>
          <a:xfrm>
            <a:off x="2629158"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4,0</a:t>
            </a:r>
          </a:p>
        </p:txBody>
      </p:sp>
      <p:sp>
        <p:nvSpPr>
          <p:cNvPr id="7" name="Google Shape;494;p69">
            <a:extLst>
              <a:ext uri="{FF2B5EF4-FFF2-40B4-BE49-F238E27FC236}">
                <a16:creationId xmlns:a16="http://schemas.microsoft.com/office/drawing/2014/main" id="{D2569DED-A19C-1FD4-E265-65271FD8CC93}"/>
              </a:ext>
            </a:extLst>
          </p:cNvPr>
          <p:cNvSpPr txBox="1">
            <a:spLocks/>
          </p:cNvSpPr>
          <p:nvPr/>
        </p:nvSpPr>
        <p:spPr>
          <a:xfrm>
            <a:off x="4663217"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sp>
        <p:nvSpPr>
          <p:cNvPr id="8" name="Google Shape;494;p69">
            <a:extLst>
              <a:ext uri="{FF2B5EF4-FFF2-40B4-BE49-F238E27FC236}">
                <a16:creationId xmlns:a16="http://schemas.microsoft.com/office/drawing/2014/main" id="{569F0DF1-BA32-E45E-4FC3-1235D790B963}"/>
              </a:ext>
            </a:extLst>
          </p:cNvPr>
          <p:cNvSpPr txBox="1">
            <a:spLocks/>
          </p:cNvSpPr>
          <p:nvPr/>
        </p:nvSpPr>
        <p:spPr>
          <a:xfrm>
            <a:off x="6808577" y="1330036"/>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4,0</a:t>
            </a:r>
          </a:p>
        </p:txBody>
      </p:sp>
      <p:pic>
        <p:nvPicPr>
          <p:cNvPr id="460" name="Picture 459" descr="radar_geral_2285350589552.png"/>
          <p:cNvPicPr>
            <a:picLocks noChangeAspect="1"/>
          </p:cNvPicPr>
          <p:nvPr/>
        </p:nvPicPr>
        <p:blipFill>
          <a:blip r:embed="rId3"/>
          <a:stretch>
            <a:fillRect/>
          </a:stretch>
        </p:blipFill>
        <p:spPr>
          <a:xfrm>
            <a:off x="2964873" y="1932709"/>
            <a:ext cx="5960658" cy="260465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Google Shape;459;p62">
            <a:extLst>
              <a:ext uri="{FF2B5EF4-FFF2-40B4-BE49-F238E27FC236}">
                <a16:creationId xmlns:a16="http://schemas.microsoft.com/office/drawing/2014/main" id="{43281DC7-3459-08A0-7F6A-BB54F5D6FA7E}"/>
              </a:ext>
            </a:extLst>
          </p:cNvPr>
          <p:cNvSpPr txBox="1">
            <a:spLocks noGrp="1"/>
          </p:cNvSpPr>
          <p:nvPr>
            <p:ph type="title"/>
          </p:nvPr>
        </p:nvSpPr>
        <p:spPr>
          <a:xfrm>
            <a:off x="2629158" y="224461"/>
            <a:ext cx="6296373" cy="86312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pt-BR" dirty="0"/>
              <a:t>Competências de Liderança</a:t>
            </a:r>
            <a:endParaRPr dirty="0"/>
          </a:p>
        </p:txBody>
      </p:sp>
      <p:sp>
        <p:nvSpPr>
          <p:cNvPr id="3" name="Google Shape;494;p69">
            <a:extLst>
              <a:ext uri="{FF2B5EF4-FFF2-40B4-BE49-F238E27FC236}">
                <a16:creationId xmlns:a16="http://schemas.microsoft.com/office/drawing/2014/main" id="{E4F56376-998C-709A-4016-152E6EB8108C}"/>
              </a:ext>
            </a:extLst>
          </p:cNvPr>
          <p:cNvSpPr txBox="1">
            <a:spLocks/>
          </p:cNvSpPr>
          <p:nvPr/>
        </p:nvSpPr>
        <p:spPr>
          <a:xfrm>
            <a:off x="2629158" y="995686"/>
            <a:ext cx="2005652" cy="86312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Autoavaliação</a:t>
            </a:r>
          </a:p>
        </p:txBody>
      </p:sp>
      <p:sp>
        <p:nvSpPr>
          <p:cNvPr id="4" name="Google Shape;494;p69">
            <a:extLst>
              <a:ext uri="{FF2B5EF4-FFF2-40B4-BE49-F238E27FC236}">
                <a16:creationId xmlns:a16="http://schemas.microsoft.com/office/drawing/2014/main" id="{CA7CF135-3A94-0ED4-BFE9-72B2CB411235}"/>
              </a:ext>
            </a:extLst>
          </p:cNvPr>
          <p:cNvSpPr txBox="1">
            <a:spLocks/>
          </p:cNvSpPr>
          <p:nvPr/>
        </p:nvSpPr>
        <p:spPr>
          <a:xfrm>
            <a:off x="4634810" y="995686"/>
            <a:ext cx="2062466" cy="86311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Líderes</a:t>
            </a:r>
          </a:p>
        </p:txBody>
      </p:sp>
      <p:sp>
        <p:nvSpPr>
          <p:cNvPr id="5" name="Google Shape;494;p69">
            <a:extLst>
              <a:ext uri="{FF2B5EF4-FFF2-40B4-BE49-F238E27FC236}">
                <a16:creationId xmlns:a16="http://schemas.microsoft.com/office/drawing/2014/main" id="{F4B9F17F-8E69-9940-675A-A6F7701A0EB9}"/>
              </a:ext>
            </a:extLst>
          </p:cNvPr>
          <p:cNvSpPr txBox="1">
            <a:spLocks/>
          </p:cNvSpPr>
          <p:nvPr/>
        </p:nvSpPr>
        <p:spPr>
          <a:xfrm>
            <a:off x="6697276" y="995685"/>
            <a:ext cx="2228255" cy="52876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lang="pt-BR" sz="1400" dirty="0">
                <a:solidFill>
                  <a:srgbClr val="CC8A42"/>
                </a:solidFill>
              </a:rPr>
              <a:t>Avaliação dos Liderados</a:t>
            </a:r>
          </a:p>
        </p:txBody>
      </p:sp>
      <p:sp>
        <p:nvSpPr>
          <p:cNvPr id="7" name="Google Shape;494;p69">
            <a:extLst>
              <a:ext uri="{FF2B5EF4-FFF2-40B4-BE49-F238E27FC236}">
                <a16:creationId xmlns:a16="http://schemas.microsoft.com/office/drawing/2014/main" id="{0AA09AA7-2986-7A0E-41DB-C206555C6777}"/>
              </a:ext>
            </a:extLst>
          </p:cNvPr>
          <p:cNvSpPr txBox="1">
            <a:spLocks/>
          </p:cNvSpPr>
          <p:nvPr/>
        </p:nvSpPr>
        <p:spPr>
          <a:xfrm>
            <a:off x="2657565" y="1366989"/>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3,6</a:t>
            </a:r>
          </a:p>
        </p:txBody>
      </p:sp>
      <p:sp>
        <p:nvSpPr>
          <p:cNvPr id="8" name="Google Shape;494;p69">
            <a:extLst>
              <a:ext uri="{FF2B5EF4-FFF2-40B4-BE49-F238E27FC236}">
                <a16:creationId xmlns:a16="http://schemas.microsoft.com/office/drawing/2014/main" id="{170E24E1-93AE-63DB-CA7C-98ED3429E8EC}"/>
              </a:ext>
            </a:extLst>
          </p:cNvPr>
          <p:cNvSpPr txBox="1">
            <a:spLocks/>
          </p:cNvSpPr>
          <p:nvPr/>
        </p:nvSpPr>
        <p:spPr>
          <a:xfrm>
            <a:off x="4663217" y="1366989"/>
            <a:ext cx="2005652" cy="5287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Não se aplica</a:t>
            </a:r>
          </a:p>
        </p:txBody>
      </p:sp>
      <p:sp>
        <p:nvSpPr>
          <p:cNvPr id="9" name="Google Shape;494;p69">
            <a:extLst>
              <a:ext uri="{FF2B5EF4-FFF2-40B4-BE49-F238E27FC236}">
                <a16:creationId xmlns:a16="http://schemas.microsoft.com/office/drawing/2014/main" id="{FAC42052-1087-55EA-3A41-067FA2E63941}"/>
              </a:ext>
            </a:extLst>
          </p:cNvPr>
          <p:cNvSpPr txBox="1">
            <a:spLocks/>
          </p:cNvSpPr>
          <p:nvPr/>
        </p:nvSpPr>
        <p:spPr>
          <a:xfrm>
            <a:off x="6754090" y="1366989"/>
            <a:ext cx="2005652" cy="528768"/>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pPr algn="ctr"/>
            <a:r>
              <a:rPr sz="1400" b="1">
                <a:solidFill>
                  <a:srgbClr val="CC8A42"/>
                </a:solidFill>
              </a:rPr>
              <a:t>3,8</a:t>
            </a:r>
          </a:p>
        </p:txBody>
      </p:sp>
      <p:pic>
        <p:nvPicPr>
          <p:cNvPr id="10" name="Picture 9" descr="radar_lideranca_2285350589552.png"/>
          <p:cNvPicPr>
            <a:picLocks noChangeAspect="1"/>
          </p:cNvPicPr>
          <p:nvPr/>
        </p:nvPicPr>
        <p:blipFill>
          <a:blip r:embed="rId3"/>
          <a:stretch>
            <a:fillRect/>
          </a:stretch>
        </p:blipFill>
        <p:spPr>
          <a:xfrm>
            <a:off x="2964873" y="1932709"/>
            <a:ext cx="5960658" cy="26046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58"/>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Detalhamento das competências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75"/>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CF4E36FA-1998-B53B-5CC5-51B736E1DC1D}"/>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como os desafios cotidianos estão relacionados a contextos mais amplos, do Estado e da política educacional.</a:t>
            </a:r>
          </a:p>
        </p:txBody>
      </p:sp>
      <p:pic>
        <p:nvPicPr>
          <p:cNvPr id="536" name="Picture 535" descr="VS_1_2285350589552.png"/>
          <p:cNvPicPr>
            <a:picLocks noChangeAspect="1"/>
          </p:cNvPicPr>
          <p:nvPr/>
        </p:nvPicPr>
        <p:blipFill>
          <a:blip r:embed="rId3"/>
          <a:stretch>
            <a:fillRect/>
          </a:stretch>
        </p:blipFill>
        <p:spPr>
          <a:xfrm>
            <a:off x="3422073" y="1063053"/>
            <a:ext cx="5320145" cy="36959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EB419A44-2583-B2EA-7CA2-7DD4680B3AEB}"/>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0644C91C-8548-2165-4F14-5417A401BA01}"/>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F2D9DD7D-7B17-6D86-FEE8-A310A9092FAA}"/>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 compartilha com o time possíveis ferramentas e soluções para o andamento do projeto.</a:t>
            </a:r>
          </a:p>
        </p:txBody>
      </p:sp>
      <p:pic>
        <p:nvPicPr>
          <p:cNvPr id="536" name="Picture 535" descr="VS_2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864127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E812BC5D-E166-255F-5D1E-97246B277CF1}"/>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B924794C-503E-3F4F-C251-F5326FE5EE56}"/>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951FB12E-8076-F687-0728-2130BBFD9FD6}"/>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Entende e colabora com as demais frentes do projeto, quando há oportunidade de trocas e compartilhamentos.</a:t>
            </a:r>
          </a:p>
        </p:txBody>
      </p:sp>
      <p:pic>
        <p:nvPicPr>
          <p:cNvPr id="536" name="Picture 535" descr="VS_1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738091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CC998D59-5344-BC91-1216-48EC64DDF93E}"/>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0FF5C803-2EF6-7EAC-9910-7A48EAE6EA2D}"/>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Visão Sistêmica</a:t>
            </a:r>
            <a:endParaRPr dirty="0"/>
          </a:p>
        </p:txBody>
      </p:sp>
      <p:sp>
        <p:nvSpPr>
          <p:cNvPr id="3" name="Google Shape;494;p69">
            <a:extLst>
              <a:ext uri="{FF2B5EF4-FFF2-40B4-BE49-F238E27FC236}">
                <a16:creationId xmlns:a16="http://schemas.microsoft.com/office/drawing/2014/main" id="{643D1804-5D8D-F0C6-C990-C0663C7CBCAF}"/>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Demonstra compreensão do impacto do seu trabalho nos objetivos do time e da empresa.</a:t>
            </a:r>
          </a:p>
        </p:txBody>
      </p:sp>
      <p:pic>
        <p:nvPicPr>
          <p:cNvPr id="536" name="Picture 535" descr="VS_4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234168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76"/>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ECE26579-9ED8-0F68-0500-A9BECA6B674C}"/>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8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Mantém o canal aberto para troca, de forma que todos sintam-se à vontade de pedir direcionamentos e propor soluções.</a:t>
            </a:r>
          </a:p>
        </p:txBody>
      </p:sp>
      <p:pic>
        <p:nvPicPr>
          <p:cNvPr id="542" name="Picture 541" descr="GL_1_2285350589552.png"/>
          <p:cNvPicPr>
            <a:picLocks noChangeAspect="1"/>
          </p:cNvPicPr>
          <p:nvPr/>
        </p:nvPicPr>
        <p:blipFill>
          <a:blip r:embed="rId3"/>
          <a:stretch>
            <a:fillRect/>
          </a:stretch>
        </p:blipFill>
        <p:spPr>
          <a:xfrm>
            <a:off x="3422073" y="1063053"/>
            <a:ext cx="5320145" cy="36959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752554A9-8B8B-FC49-655C-5462A490DE07}"/>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CC6D925D-155E-58BE-A826-FF00098EA7DE}"/>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26EB29E9-082C-9C18-A72D-1E88AB78C9AA}"/>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Incentiva e colabora com as pessoas em suas jornadas de aprendizagem.</a:t>
            </a:r>
          </a:p>
        </p:txBody>
      </p:sp>
      <p:pic>
        <p:nvPicPr>
          <p:cNvPr id="542" name="Picture 541" descr="GL_2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278890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B8E95000-0196-6D42-0F8E-232F66C9808C}"/>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E6DD40CA-258B-DB8F-07B1-233566E781F9}"/>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Gestão e Liderança</a:t>
            </a:r>
            <a:endParaRPr dirty="0"/>
          </a:p>
        </p:txBody>
      </p:sp>
      <p:sp>
        <p:nvSpPr>
          <p:cNvPr id="2" name="Google Shape;494;p69">
            <a:extLst>
              <a:ext uri="{FF2B5EF4-FFF2-40B4-BE49-F238E27FC236}">
                <a16:creationId xmlns:a16="http://schemas.microsoft.com/office/drawing/2014/main" id="{577AC33F-4D56-EFA2-2734-94D4C7EF843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Tem uma boa autogestão do seu tempo e das suas prioridades.</a:t>
            </a:r>
          </a:p>
        </p:txBody>
      </p:sp>
      <p:pic>
        <p:nvPicPr>
          <p:cNvPr id="542" name="Picture 541" descr="GL_3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740283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4A960EEF-D7BE-686A-57DD-4CAECE526E59}"/>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8E38F94C-E94E-6303-2A32-E85F8BA6D82F}"/>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Relacionamento</a:t>
            </a:r>
            <a:endParaRPr dirty="0"/>
          </a:p>
        </p:txBody>
      </p:sp>
      <p:sp>
        <p:nvSpPr>
          <p:cNvPr id="3" name="Google Shape;494;p69">
            <a:extLst>
              <a:ext uri="{FF2B5EF4-FFF2-40B4-BE49-F238E27FC236}">
                <a16:creationId xmlns:a16="http://schemas.microsoft.com/office/drawing/2014/main" id="{9E83F5E6-6D86-3035-17A7-5DEC0D0CCF7C}"/>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Cativa os parceiros e constrói uma relação de parceria virtuosa e duradoura.</a:t>
            </a:r>
          </a:p>
        </p:txBody>
      </p:sp>
      <p:pic>
        <p:nvPicPr>
          <p:cNvPr id="536" name="Picture 535" descr="REL_1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50430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A2994483-A0B9-6F72-7BFE-E66C3C8BC80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760B10EE-8E70-A946-2EF2-5572E3D32C57}"/>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Relacionamento</a:t>
            </a:r>
            <a:endParaRPr dirty="0"/>
          </a:p>
        </p:txBody>
      </p:sp>
      <p:sp>
        <p:nvSpPr>
          <p:cNvPr id="3" name="Google Shape;494;p69">
            <a:extLst>
              <a:ext uri="{FF2B5EF4-FFF2-40B4-BE49-F238E27FC236}">
                <a16:creationId xmlns:a16="http://schemas.microsoft.com/office/drawing/2014/main" id="{0AFA315D-3852-D6D3-6429-B7D378B7D44B}"/>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Cria vínculos profissionais de confiança, é aberto e se torna uma referência positiva para os parceiros.</a:t>
            </a:r>
          </a:p>
        </p:txBody>
      </p:sp>
      <p:pic>
        <p:nvPicPr>
          <p:cNvPr id="536" name="Picture 535" descr="REL_2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58657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93AED10C-7176-4021-7DD4-EAAE4AD6A936}"/>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465F90E7-ABC7-A8EF-628B-513E9B828A85}"/>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4D175FD5-BC2F-83AD-72C8-2CD422A08EAF}"/>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É assertivo, consegue passar de forma objetiva a ideia que deseja.</a:t>
            </a:r>
          </a:p>
        </p:txBody>
      </p:sp>
      <p:pic>
        <p:nvPicPr>
          <p:cNvPr id="542" name="Picture 541" descr="COM_1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42443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3F29A92B-7F5F-1944-9BA9-0ADB436789D5}"/>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BB9EEC4B-866A-FA42-772B-493E0B29AAD6}"/>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688C15FC-0D9F-40E0-2A89-3E96B9A0275C}"/>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Se comunica de forma clara, aberta e não violenta.</a:t>
            </a:r>
          </a:p>
        </p:txBody>
      </p:sp>
      <p:pic>
        <p:nvPicPr>
          <p:cNvPr id="542" name="Picture 541" descr="COM_1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155531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D2527BA0-CFC4-E688-E698-68D00C54988D}"/>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1F0DA609-CFC3-4210-E34B-4B5C18B368C2}"/>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Comunicação</a:t>
            </a:r>
            <a:endParaRPr dirty="0"/>
          </a:p>
        </p:txBody>
      </p:sp>
      <p:sp>
        <p:nvSpPr>
          <p:cNvPr id="2" name="Google Shape;494;p69">
            <a:extLst>
              <a:ext uri="{FF2B5EF4-FFF2-40B4-BE49-F238E27FC236}">
                <a16:creationId xmlns:a16="http://schemas.microsoft.com/office/drawing/2014/main" id="{E6BFF6DE-4F66-1220-6375-E1B2024875E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Percebe a importância da comunicação não verbal e o impacto no ambiente de trabalho, prezando por uma postura profissional, ética e adequada aos ambientes profissionais em que está inserido.</a:t>
            </a:r>
          </a:p>
        </p:txBody>
      </p:sp>
      <p:pic>
        <p:nvPicPr>
          <p:cNvPr id="542" name="Picture 541" descr="COM_3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40761372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3EC43D09-A0E2-24BD-4582-5C799907834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18D3D5C7-1502-D701-8243-A29511DB4CAB}"/>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Aprendizagem e Desenvolvimento</a:t>
            </a:r>
            <a:endParaRPr dirty="0"/>
          </a:p>
        </p:txBody>
      </p:sp>
      <p:sp>
        <p:nvSpPr>
          <p:cNvPr id="3" name="Google Shape;494;p69">
            <a:extLst>
              <a:ext uri="{FF2B5EF4-FFF2-40B4-BE49-F238E27FC236}">
                <a16:creationId xmlns:a16="http://schemas.microsoft.com/office/drawing/2014/main" id="{C9151736-E37A-8F6C-C62B-9633D2EC7F3C}"/>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Compartilha a própria experiência, conhecimentos especializados e boas práticas com outros(as) colaboradores(as).</a:t>
            </a:r>
          </a:p>
        </p:txBody>
      </p:sp>
      <p:pic>
        <p:nvPicPr>
          <p:cNvPr id="536" name="Picture 535" descr="AD_1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3099670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6F4E1673-0D49-D585-7C75-0383EC9ECDA1}"/>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4AC282D3-F17C-9ABB-EB92-3F3065C74C7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FBE1B230-D0EE-8D23-11DD-55A3D3C20CB6}"/>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 utiliza conhecimentos de fontes internas e externas no trabalho para potencializar a sua atuação profissional.</a:t>
            </a:r>
          </a:p>
        </p:txBody>
      </p:sp>
      <p:pic>
        <p:nvPicPr>
          <p:cNvPr id="536" name="Picture 535" descr="AD_2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678866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A01AC423-2F2B-6DC7-5594-B610119E0C0F}"/>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D4F3B2F5-A82F-9D39-DA7D-651D70E261A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3E8C0B9C-32A1-26CD-C652-CB7AF5F2F980}"/>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Busca se desenvolver em conhecimentos que percebe que são necessário e que ainda representam lacunas na sua atuação.</a:t>
            </a:r>
          </a:p>
        </p:txBody>
      </p:sp>
      <p:pic>
        <p:nvPicPr>
          <p:cNvPr id="536" name="Picture 535" descr="AD_3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1481614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34">
          <a:extLst>
            <a:ext uri="{FF2B5EF4-FFF2-40B4-BE49-F238E27FC236}">
              <a16:creationId xmlns:a16="http://schemas.microsoft.com/office/drawing/2014/main" id="{19081224-3C21-7300-002D-E8B4B5F289AA}"/>
            </a:ext>
          </a:extLst>
        </p:cNvPr>
        <p:cNvGrpSpPr/>
        <p:nvPr/>
      </p:nvGrpSpPr>
      <p:grpSpPr>
        <a:xfrm>
          <a:off x="0" y="0"/>
          <a:ext cx="0" cy="0"/>
          <a:chOff x="0" y="0"/>
          <a:chExt cx="0" cy="0"/>
        </a:xfrm>
      </p:grpSpPr>
      <p:sp>
        <p:nvSpPr>
          <p:cNvPr id="535" name="Google Shape;535;p75">
            <a:extLst>
              <a:ext uri="{FF2B5EF4-FFF2-40B4-BE49-F238E27FC236}">
                <a16:creationId xmlns:a16="http://schemas.microsoft.com/office/drawing/2014/main" id="{CA858665-5E51-2587-E227-945F9284FD74}"/>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lvl="0"/>
            <a:r>
              <a:rPr lang="pt-BR" dirty="0"/>
              <a:t>Aprendizagem e Desenvolvimento</a:t>
            </a:r>
            <a:endParaRPr dirty="0"/>
          </a:p>
        </p:txBody>
      </p:sp>
      <p:sp>
        <p:nvSpPr>
          <p:cNvPr id="3" name="Google Shape;494;p69">
            <a:extLst>
              <a:ext uri="{FF2B5EF4-FFF2-40B4-BE49-F238E27FC236}">
                <a16:creationId xmlns:a16="http://schemas.microsoft.com/office/drawing/2014/main" id="{CDE2B152-4349-26CD-DCC0-13A6EEC444FB}"/>
              </a:ext>
            </a:extLst>
          </p:cNvPr>
          <p:cNvSpPr txBox="1">
            <a:spLocks/>
          </p:cNvSpPr>
          <p:nvPr/>
        </p:nvSpPr>
        <p:spPr>
          <a:xfrm>
            <a:off x="3016266" y="282178"/>
            <a:ext cx="5922300" cy="670200"/>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Tem autonomia no próprio desenvolvimento e aprendizado.</a:t>
            </a:r>
          </a:p>
        </p:txBody>
      </p:sp>
      <p:pic>
        <p:nvPicPr>
          <p:cNvPr id="536" name="Picture 535" descr="AD_4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09659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F1786AFE-D794-730A-39C1-7885C663CCE6}"/>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A2DB8F65-0FF9-37D3-B291-43E82A847CBD}"/>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0D462921-5E91-B75E-3CE7-61C1E9481336}"/>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Identifica, encaminha, endereça e resolve as dificuldades encontradas no dia a dia.</a:t>
            </a:r>
          </a:p>
        </p:txBody>
      </p:sp>
      <p:pic>
        <p:nvPicPr>
          <p:cNvPr id="542" name="Picture 541" descr="EX_1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725565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08180E11-0D4C-FFEA-70BE-E17E8B9237AE}"/>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1E324675-03EE-5B52-72EC-6ED86DA2833F}"/>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A3970CAA-9BDE-28EC-D6B1-7F45815E9EF2}"/>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Sabe lidar com questões conjunturais e imprevistos, compreendendo as necessidades do projeto e realiza as alterações de rota quando necessário, conseguindo entregar valor aos clientes.</a:t>
            </a:r>
          </a:p>
        </p:txBody>
      </p:sp>
      <p:pic>
        <p:nvPicPr>
          <p:cNvPr id="542" name="Picture 541" descr="EX_2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553556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0">
          <a:extLst>
            <a:ext uri="{FF2B5EF4-FFF2-40B4-BE49-F238E27FC236}">
              <a16:creationId xmlns:a16="http://schemas.microsoft.com/office/drawing/2014/main" id="{B25AA1DE-A2EF-7B24-6023-C3606538910B}"/>
            </a:ext>
          </a:extLst>
        </p:cNvPr>
        <p:cNvGrpSpPr/>
        <p:nvPr/>
      </p:nvGrpSpPr>
      <p:grpSpPr>
        <a:xfrm>
          <a:off x="0" y="0"/>
          <a:ext cx="0" cy="0"/>
          <a:chOff x="0" y="0"/>
          <a:chExt cx="0" cy="0"/>
        </a:xfrm>
      </p:grpSpPr>
      <p:sp>
        <p:nvSpPr>
          <p:cNvPr id="541" name="Google Shape;541;p76">
            <a:extLst>
              <a:ext uri="{FF2B5EF4-FFF2-40B4-BE49-F238E27FC236}">
                <a16:creationId xmlns:a16="http://schemas.microsoft.com/office/drawing/2014/main" id="{6C0D5C13-A912-71AD-EAB9-666CD79C77D0}"/>
              </a:ext>
            </a:extLst>
          </p:cNvPr>
          <p:cNvSpPr txBox="1">
            <a:spLocks noGrp="1"/>
          </p:cNvSpPr>
          <p:nvPr>
            <p:ph type="title"/>
          </p:nvPr>
        </p:nvSpPr>
        <p:spPr>
          <a:xfrm>
            <a:off x="253925" y="430700"/>
            <a:ext cx="2265600" cy="30066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Execução</a:t>
            </a:r>
            <a:endParaRPr dirty="0"/>
          </a:p>
        </p:txBody>
      </p:sp>
      <p:sp>
        <p:nvSpPr>
          <p:cNvPr id="2" name="Google Shape;494;p69">
            <a:extLst>
              <a:ext uri="{FF2B5EF4-FFF2-40B4-BE49-F238E27FC236}">
                <a16:creationId xmlns:a16="http://schemas.microsoft.com/office/drawing/2014/main" id="{EF50E948-9439-ADFB-5604-0BD5D82D7421}"/>
              </a:ext>
            </a:extLst>
          </p:cNvPr>
          <p:cNvSpPr txBox="1">
            <a:spLocks/>
          </p:cNvSpPr>
          <p:nvPr/>
        </p:nvSpPr>
        <p:spPr>
          <a:xfrm>
            <a:off x="3016266" y="282177"/>
            <a:ext cx="5922300" cy="826187"/>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Nunito"/>
              <a:buNone/>
              <a:defRPr sz="2000" b="1" i="0" u="none" strike="noStrike" cap="none">
                <a:solidFill>
                  <a:schemeClr val="lt1"/>
                </a:solidFill>
                <a:latin typeface="Nunito"/>
                <a:ea typeface="Nunito"/>
                <a:cs typeface="Nunito"/>
                <a:sym typeface="Nunito"/>
              </a:defRPr>
            </a:lvl1pPr>
            <a:lvl2pPr marR="0" lvl="1"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2pPr>
            <a:lvl3pPr marR="0" lvl="2"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3pPr>
            <a:lvl4pPr marR="0" lvl="3"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4pPr>
            <a:lvl5pPr marR="0" lvl="4"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5pPr>
            <a:lvl6pPr marR="0" lvl="5"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6pPr>
            <a:lvl7pPr marR="0" lvl="6"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7pPr>
            <a:lvl8pPr marR="0" lvl="7"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8pPr>
            <a:lvl9pPr marR="0" lvl="8" algn="l" rtl="0">
              <a:lnSpc>
                <a:spcPct val="100000"/>
              </a:lnSpc>
              <a:spcBef>
                <a:spcPts val="0"/>
              </a:spcBef>
              <a:spcAft>
                <a:spcPts val="0"/>
              </a:spcAft>
              <a:buClr>
                <a:srgbClr val="FFF9D9"/>
              </a:buClr>
              <a:buSzPts val="2000"/>
              <a:buFont typeface="Nunito"/>
              <a:buNone/>
              <a:defRPr sz="2000" b="1" i="0" u="none" strike="noStrike" cap="none">
                <a:solidFill>
                  <a:srgbClr val="FFF9D9"/>
                </a:solidFill>
                <a:latin typeface="Nunito"/>
                <a:ea typeface="Nunito"/>
                <a:cs typeface="Nunito"/>
                <a:sym typeface="Nunito"/>
              </a:defRPr>
            </a:lvl9pPr>
          </a:lstStyle>
          <a:p>
            <a:r>
              <a:rPr lang="pt-BR" dirty="0">
                <a:solidFill>
                  <a:srgbClr val="CC8A42"/>
                </a:solidFill>
              </a:rPr>
              <a:t>Transforma ideias em ações concretas que contribuam com melhorias e resultados do projeto.</a:t>
            </a:r>
          </a:p>
        </p:txBody>
      </p:sp>
      <p:pic>
        <p:nvPicPr>
          <p:cNvPr id="542" name="Picture 541" descr="EX_3_2285350589552.png"/>
          <p:cNvPicPr>
            <a:picLocks noChangeAspect="1"/>
          </p:cNvPicPr>
          <p:nvPr/>
        </p:nvPicPr>
        <p:blipFill>
          <a:blip r:embed="rId3"/>
          <a:stretch>
            <a:fillRect/>
          </a:stretch>
        </p:blipFill>
        <p:spPr>
          <a:xfrm>
            <a:off x="3422073" y="1063053"/>
            <a:ext cx="5320145" cy="3695983"/>
          </a:xfrm>
          <a:prstGeom prst="rect">
            <a:avLst/>
          </a:prstGeom>
        </p:spPr>
      </p:pic>
    </p:spTree>
    <p:extLst>
      <p:ext uri="{BB962C8B-B14F-4D97-AF65-F5344CB8AC3E}">
        <p14:creationId xmlns:p14="http://schemas.microsoft.com/office/powerpoint/2010/main" val="2934935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61"/>
          <p:cNvSpPr txBox="1">
            <a:spLocks noGrp="1"/>
          </p:cNvSpPr>
          <p:nvPr>
            <p:ph type="title"/>
          </p:nvPr>
        </p:nvSpPr>
        <p:spPr>
          <a:xfrm>
            <a:off x="2276175" y="1478250"/>
            <a:ext cx="3830100" cy="21870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dirty="0"/>
              <a:t>Questões Abertas</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9"/>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Autoavaliação</a:t>
            </a:r>
            <a:endParaRPr dirty="0"/>
          </a:p>
        </p:txBody>
      </p:sp>
      <p:sp>
        <p:nvSpPr>
          <p:cNvPr id="495" name="Google Shape;495;p69"/>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Meus principais pontos fortes que contribuem para o sucesso do projeto incluem:</a:t>
            </a:r>
          </a:p>
          <a:p>
            <a:r>
              <a:t>1. Resiliência: Tenho uma forte capacidade de resiliência, o que me permite enfrentar obstáculos com determinação e manter a motivação para seguir em frente, independentemente dos desafios que surgem. Essa qualidade é essencial em um ambiente dinâmico e muitas vezes imprevisível.</a:t>
            </a:r>
          </a:p>
          <a:p>
            <a:r>
              <a:t>2. Disponibilidade: Estou disponível para estar em Natal por pelo menos 15 dias de cada mês, o que demonstra meu comprometimento com o projeto e com a equipe. Essa presença física me permite acompanhar de perto as atividades, oferecer suporte contínuo e fortalecer as relações interpessoais.</a:t>
            </a:r>
          </a:p>
          <a:p>
            <a:r>
              <a:t>3. Abertura no Diálogo: Valorizo a comunicação aberta e transparente com os membros da equipe. Essa abertura no diálogo não apenas fortalece a 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2" name="Google Shape;494;p69">
            <a:extLst>
              <a:ext uri="{FF2B5EF4-FFF2-40B4-BE49-F238E27FC236}">
                <a16:creationId xmlns:a16="http://schemas.microsoft.com/office/drawing/2014/main" id="{B1BF15D9-F1CB-A43D-4959-306E2FDA3DC9}"/>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Respondido pela Liderança</a:t>
            </a:r>
            <a:endParaRPr dirty="0"/>
          </a:p>
        </p:txBody>
      </p:sp>
      <p:sp>
        <p:nvSpPr>
          <p:cNvPr id="3" name="Google Shape;495;p69">
            <a:extLst>
              <a:ext uri="{FF2B5EF4-FFF2-40B4-BE49-F238E27FC236}">
                <a16:creationId xmlns:a16="http://schemas.microsoft.com/office/drawing/2014/main" id="{6A8A7C1B-10D1-3529-3C4B-2FB512C09F27}"/>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Não se aplica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4" name="Google Shape;494;p69">
            <a:extLst>
              <a:ext uri="{FF2B5EF4-FFF2-40B4-BE49-F238E27FC236}">
                <a16:creationId xmlns:a16="http://schemas.microsoft.com/office/drawing/2014/main" id="{E657CD64-7829-73BF-341D-05157CDF7318}"/>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Pontos Fortes:</a:t>
            </a:r>
            <a:br>
              <a:rPr lang="pt-BR" dirty="0"/>
            </a:br>
            <a:r>
              <a:rPr lang="pt-BR" dirty="0"/>
              <a:t>Respondido pelos Liderados</a:t>
            </a:r>
            <a:endParaRPr dirty="0"/>
          </a:p>
        </p:txBody>
      </p:sp>
      <p:sp>
        <p:nvSpPr>
          <p:cNvPr id="5" name="Google Shape;495;p69">
            <a:extLst>
              <a:ext uri="{FF2B5EF4-FFF2-40B4-BE49-F238E27FC236}">
                <a16:creationId xmlns:a16="http://schemas.microsoft.com/office/drawing/2014/main" id="{A15A85E3-60FB-9E2C-F498-FC2ECE2B328E}"/>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Humildade, empatia, firmeza e conhecimento amplo na área; Estimula a autoconfiança em sua equipe.; Liderança, Alto padrão das entregas e Confiança na equipe.; A atuação da minha líder tem sido fundamental para o bom andamento das atividades da equipe. Sua postura ética, comprometida e sempre aberta ao diálogo cria um ambiente de trabalho acolhedor e colaborativo. Ela demonstra capacidade de organização, clareza nas orientações e precisão na tomada de decisões, o que traz segurança para todos nós.Outro aspecto que se destaca é sua habilidade em conduzir processos com serenidade, mesmo diante de desafios, incentivando a equipe a manter o foco e a buscar soluções de forma conjunta. Sua escuta atenta, o cuidado com as necessidades dos profissionais e o incentivo ao desenvolvimento de cada 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72"/>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t>Oportunidades de Desenvolvimento:</a:t>
            </a:r>
            <a:br>
              <a:rPr lang="pt-BR" dirty="0"/>
            </a:br>
            <a:r>
              <a:rPr lang="pt-BR" dirty="0"/>
              <a:t>Autoavaliação</a:t>
            </a:r>
            <a:endParaRPr dirty="0"/>
          </a:p>
        </p:txBody>
      </p:sp>
      <p:sp>
        <p:nvSpPr>
          <p:cNvPr id="2" name="Google Shape;495;p69">
            <a:extLst>
              <a:ext uri="{FF2B5EF4-FFF2-40B4-BE49-F238E27FC236}">
                <a16:creationId xmlns:a16="http://schemas.microsoft.com/office/drawing/2014/main" id="{AB23CA61-4BB9-257C-6E00-6870B7656E40}"/>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Nos próximos meses, tenho objetivos tanto para o projeto quanto para meu desenvolvimento profissional.</a:t>
            </a:r>
          </a:p>
          <a:p>
            <a:r>
              <a:t>1. Certificação PMI: Um dos meus principais objetivos é obter a certificação de Project Management Institute (PMI). Essa certificação permitirá que eu amplie meus conhecimentos em gerenciamento de projetos e aplique melhores práticas na gestão do projeto, contribuindo para sua eficiência e sucesso.</a:t>
            </a:r>
          </a:p>
          <a:p>
            <a:r>
              <a:t>2. Preparação para o Novo Contrato: Quero me preparar de forma antecipada para o início do novo contrato. Isso inclui estudar cuidadosamente o termo de referência e planejar uma estratégia que possibilite uma transição suave. Compreender completamente os objetivos e requisitos do novo contrato será fundamental para garantir uma execução bem-sucedida.</a:t>
            </a:r>
          </a:p>
          <a:p>
            <a:r>
              <a:t>3. Avaliação do Time: Pretendo avaliar e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2" name="Google Shape;515;p72">
            <a:extLst>
              <a:ext uri="{FF2B5EF4-FFF2-40B4-BE49-F238E27FC236}">
                <a16:creationId xmlns:a16="http://schemas.microsoft.com/office/drawing/2014/main" id="{9D2C1F01-8A14-60F1-7C89-2DCCBA7A12FF}"/>
              </a:ext>
            </a:extLst>
          </p:cNvPr>
          <p:cNvSpPr txBox="1">
            <a:spLocks noGrp="1"/>
          </p:cNvSpPr>
          <p:nvPr>
            <p:ph type="title"/>
          </p:nvPr>
        </p:nvSpPr>
        <p:spPr>
          <a:xfrm>
            <a:off x="761275" y="192125"/>
            <a:ext cx="5400600" cy="68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solidFill>
                  <a:srgbClr val="00A6DC"/>
                </a:solidFill>
              </a:rPr>
              <a:t>Oportunidades de Desenvolvimento:</a:t>
            </a:r>
            <a:br>
              <a:rPr lang="pt-BR" dirty="0">
                <a:solidFill>
                  <a:srgbClr val="00A6DC"/>
                </a:solidFill>
              </a:rPr>
            </a:br>
            <a:r>
              <a:rPr lang="pt-BR" dirty="0">
                <a:solidFill>
                  <a:srgbClr val="00A6DC"/>
                </a:solidFill>
              </a:rPr>
              <a:t>Respondido pela Liderança</a:t>
            </a:r>
            <a:endParaRPr dirty="0">
              <a:solidFill>
                <a:srgbClr val="00A6DC"/>
              </a:solidFill>
            </a:endParaRPr>
          </a:p>
        </p:txBody>
      </p:sp>
      <p:sp>
        <p:nvSpPr>
          <p:cNvPr id="3" name="Google Shape;495;p69">
            <a:extLst>
              <a:ext uri="{FF2B5EF4-FFF2-40B4-BE49-F238E27FC236}">
                <a16:creationId xmlns:a16="http://schemas.microsoft.com/office/drawing/2014/main" id="{4D2771D3-5C4A-6DA5-2B00-41083A703C89}"/>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Não se aplica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3">
          <a:extLst>
            <a:ext uri="{FF2B5EF4-FFF2-40B4-BE49-F238E27FC236}">
              <a16:creationId xmlns:a16="http://schemas.microsoft.com/office/drawing/2014/main" id="{9A9797EA-2C72-A077-F91D-ABCFAC6A982B}"/>
            </a:ext>
          </a:extLst>
        </p:cNvPr>
        <p:cNvGrpSpPr/>
        <p:nvPr/>
      </p:nvGrpSpPr>
      <p:grpSpPr>
        <a:xfrm>
          <a:off x="0" y="0"/>
          <a:ext cx="0" cy="0"/>
          <a:chOff x="0" y="0"/>
          <a:chExt cx="0" cy="0"/>
        </a:xfrm>
      </p:grpSpPr>
      <p:sp>
        <p:nvSpPr>
          <p:cNvPr id="494" name="Google Shape;494;p69">
            <a:extLst>
              <a:ext uri="{FF2B5EF4-FFF2-40B4-BE49-F238E27FC236}">
                <a16:creationId xmlns:a16="http://schemas.microsoft.com/office/drawing/2014/main" id="{EB13F054-EAFC-5685-C39A-6E77052F3200}"/>
              </a:ext>
            </a:extLst>
          </p:cNvPr>
          <p:cNvSpPr txBox="1">
            <a:spLocks noGrp="1"/>
          </p:cNvSpPr>
          <p:nvPr>
            <p:ph type="title"/>
          </p:nvPr>
        </p:nvSpPr>
        <p:spPr>
          <a:xfrm>
            <a:off x="761275" y="192125"/>
            <a:ext cx="5922300" cy="670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sz="2200" dirty="0">
                <a:solidFill>
                  <a:srgbClr val="00A6DC"/>
                </a:solidFill>
              </a:rPr>
              <a:t>Oportunidades de Desenvolvimento:</a:t>
            </a:r>
            <a:br>
              <a:rPr lang="pt-BR" dirty="0">
                <a:solidFill>
                  <a:srgbClr val="00A6DC"/>
                </a:solidFill>
              </a:rPr>
            </a:br>
            <a:r>
              <a:rPr lang="pt-BR" dirty="0">
                <a:solidFill>
                  <a:srgbClr val="00A6DC"/>
                </a:solidFill>
              </a:rPr>
              <a:t>Respondido pelos Liderados</a:t>
            </a:r>
            <a:endParaRPr dirty="0">
              <a:solidFill>
                <a:srgbClr val="00A6DC"/>
              </a:solidFill>
            </a:endParaRPr>
          </a:p>
        </p:txBody>
      </p:sp>
      <p:sp>
        <p:nvSpPr>
          <p:cNvPr id="495" name="Google Shape;495;p69">
            <a:extLst>
              <a:ext uri="{FF2B5EF4-FFF2-40B4-BE49-F238E27FC236}">
                <a16:creationId xmlns:a16="http://schemas.microsoft.com/office/drawing/2014/main" id="{A97917A5-56EE-0921-7EFD-78BDE236F916}"/>
              </a:ext>
            </a:extLst>
          </p:cNvPr>
          <p:cNvSpPr txBox="1">
            <a:spLocks noGrp="1"/>
          </p:cNvSpPr>
          <p:nvPr>
            <p:ph type="body" idx="1"/>
          </p:nvPr>
        </p:nvSpPr>
        <p:spPr>
          <a:xfrm>
            <a:off x="761275" y="1022850"/>
            <a:ext cx="7939380" cy="3097800"/>
          </a:xfrm>
          <a:prstGeom prst="rect">
            <a:avLst/>
          </a:prstGeom>
        </p:spPr>
        <p:txBody>
          <a:bodyPr spcFirstLastPara="1" wrap="square" lIns="91425" tIns="91425" rIns="91425" bIns="91425" anchor="t" anchorCtr="0">
            <a:normAutofit/>
          </a:bodyPr>
          <a:lstStyle/>
          <a:p>
            <a:r>
              <a:t>A principal oportunidade de desenvolvimento está na  sua atuação estratégica, compartilhando suas boas práticas de liderança e comunicação com outras equipes. Sua capacidade de engajamento, empatia e visão são grandes diferenciais que  inspira outros gestores dentro da instituição.; gerenciamento dos prazos de entrega das demandas.; muito devido a dinâmica do projeto e a configuração da SEEC, sinto que faltou um pouco de espaço para trocas entre as frentes, trazer uma visibilidade de todo projeto conseguindo gerar uma visão agregada do que cada frente impacta onde atuamos individualmente.; As principais oportunidades de desenvolvimento da pessoa avaliada concentram-se no aprimoramento da comunicação assertiva, no fortalecimento da gestão do tempo e na ampliação da autonomia em tarefas e...</a:t>
            </a:r>
          </a:p>
        </p:txBody>
      </p:sp>
    </p:spTree>
    <p:extLst>
      <p:ext uri="{BB962C8B-B14F-4D97-AF65-F5344CB8AC3E}">
        <p14:creationId xmlns:p14="http://schemas.microsoft.com/office/powerpoint/2010/main" val="34810347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618</TotalTime>
  <Words>601</Words>
  <Application>Microsoft Office PowerPoint</Application>
  <PresentationFormat>Apresentação na tela (16:9)</PresentationFormat>
  <Paragraphs>89</Paragraphs>
  <Slides>31</Slides>
  <Notes>31</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31</vt:i4>
      </vt:variant>
    </vt:vector>
  </HeadingPairs>
  <TitlesOfParts>
    <vt:vector size="36" baseType="lpstr">
      <vt:lpstr>Nunito ExtraBold</vt:lpstr>
      <vt:lpstr>Arial</vt:lpstr>
      <vt:lpstr>Catamaran ExtraBold</vt:lpstr>
      <vt:lpstr>Nunito</vt:lpstr>
      <vt:lpstr>Simple Light</vt:lpstr>
      <vt:lpstr>Avaliação de Desempenho 2025</vt:lpstr>
      <vt:lpstr>Competências Gerais</vt:lpstr>
      <vt:lpstr>Competências de Liderança</vt:lpstr>
      <vt:lpstr>Detalhamento das competências</vt:lpstr>
      <vt:lpstr>Visão Sistêmica</vt:lpstr>
      <vt:lpstr>Visão Sistêmica</vt:lpstr>
      <vt:lpstr>Visão Sistêmica</vt:lpstr>
      <vt:lpstr>Visão Sistêmica</vt:lpstr>
      <vt:lpstr>Gestão e Liderança</vt:lpstr>
      <vt:lpstr>Gestão e Liderança</vt:lpstr>
      <vt:lpstr>Gestão e Liderança</vt:lpstr>
      <vt:lpstr>Relacionamento</vt:lpstr>
      <vt:lpstr>Relacionamento</vt:lpstr>
      <vt:lpstr>Comunicação</vt:lpstr>
      <vt:lpstr>Comunicação</vt:lpstr>
      <vt:lpstr>Comunicação</vt:lpstr>
      <vt:lpstr>Aprendizagem e Desenvolvimento</vt:lpstr>
      <vt:lpstr>Aprendizagem e Desenvolvimento</vt:lpstr>
      <vt:lpstr>Aprendizagem e Desenvolvimento</vt:lpstr>
      <vt:lpstr>Aprendizagem e Desenvolvimento</vt:lpstr>
      <vt:lpstr>Execução</vt:lpstr>
      <vt:lpstr>Execução</vt:lpstr>
      <vt:lpstr>Execução</vt:lpstr>
      <vt:lpstr>Questões Abertas</vt:lpstr>
      <vt:lpstr>Pontos Fortes: Autoavaliação</vt:lpstr>
      <vt:lpstr>Pontos Fortes: Respondido pela Liderança</vt:lpstr>
      <vt:lpstr>Pontos Fortes: Respondido pelos Liderados</vt:lpstr>
      <vt:lpstr>Oportunidades de Desenvolvimento: Autoavaliação</vt:lpstr>
      <vt:lpstr>Oportunidades de Desenvolvimento: Respondido pela Liderança</vt:lpstr>
      <vt:lpstr>Oportunidades de Desenvolvimento: Respondido pelos Liderados</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Hugo Bovareto de Oliveira Horsth</cp:lastModifiedBy>
  <cp:revision>10</cp:revision>
  <dcterms:modified xsi:type="dcterms:W3CDTF">2025-12-19T18:26:34Z</dcterms:modified>
</cp:coreProperties>
</file>