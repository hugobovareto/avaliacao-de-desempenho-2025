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Deivisson Rafael da Silva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3,5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3,7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4,8</a:t>
            </a:r>
          </a:p>
        </p:txBody>
      </p:sp>
      <p:pic>
        <p:nvPicPr>
          <p:cNvPr id="460" name="Picture 459" descr="radar_geral_22853558872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3,0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3,2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4,6</a:t>
            </a:r>
          </a:p>
        </p:txBody>
      </p:sp>
      <p:pic>
        <p:nvPicPr>
          <p:cNvPr id="10" name="Picture 9" descr="radar_lideranca_22853558872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58872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58872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3558872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4_22853558872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58872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2_22853558872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3_22853558872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58872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2_22853558872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58872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558872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3_22853558872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58872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2_22853558872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3_22853558872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3_22853558872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58872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2_22853558872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3_22853558872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Considero meus principais pontos fortes a dedicação, a proatividade e o conhecimento técnico. Busco estar sempre disponível e comprometido com as entregas, antecipando demandas e propondo soluções quando identifico problemas ou oportunidades de melhoria. Além disso, meu domínio técnico sobre o projeto e sobre os processos da rede me permite apoiar a equipe com segurança, contribuir nas tomadas de decisão e oferecer orientações mais qualificadas para os diferentes atores envolvidos.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Atendimento ágil de demandas, resolutividade.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Acredito que a segurança que ele nos passa, com isso percebemos nele um líder extremamente profissional, dedicado e sempre disposto a nos ouvir para que juntos possamos desenvolver nosso trabalho.; Os principais pontos fortes da pessoa avaliada são sua liderança assertiva, que orienta a equipe com clareza e segurança, e sua confiabilidade, evidenciada na responsabilidade com que conduz as tarefas e no compromisso com os resultados.; Tem uma comunicação assertiva, escuta empática e busca sempre nos deixar confortáveis para que possamos a partir daí trilhar os próximos passos. Está sempre disposto e acessível, mesmo diante de cenários que necessitem de terceiros. Assume a postura de ouvir primeiro, para que assim consiga ponderar os pontos e delegar de maneira mais assertiva.; Deivisson c...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Para o projeto, quero:</a:t>
            </a:r>
          </a:p>
          <a:p/>
          <a:p>
            <a:r>
              <a:t>Aperfeiçoar os processos de monitoramento e uso de dados do RAPP, para que as informações geradas apoiem de forma mais direta a tomada de decisão da SEEC e das DIREC;</a:t>
            </a:r>
          </a:p>
          <a:p/>
          <a:p>
            <a:r>
              <a:t>Fortalecer a priorização do RAPP na agenda da Secretaria, aprimorando a articulação com outras áreas e garantindo maior alinhamento sobre objetivos, cronograma e entregas;</a:t>
            </a:r>
          </a:p>
          <a:p/>
          <a:p>
            <a:r>
              <a:t>Qualificar ainda mais o diálogo com as escolas e equipes regionais, buscando ouvir demandas, ajustar estratégias e apoiar a implementação de forma mais próxima e efetiva.</a:t>
            </a:r>
          </a:p>
          <a:p/>
          <a:p>
            <a:r>
              <a:t>Como profissional, pretendo:</a:t>
            </a:r>
          </a:p>
          <a:p/>
          <a:p>
            <a:r>
              <a:t>Desenvolver ainda mais minhas habilidades de gestão de pessoas, sobretudo em feedback, delegação e acompanhamento das demandas, mantendo um ambiente colaborativo e de confiança;</a:t>
            </a:r>
          </a:p>
          <a:p/>
          <a:p>
            <a:r>
              <a:t>Aprimorar minha comunicação, tornando-a cada vez ma...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Necessário desenvolver a visão estratégica e a resolução de problemas - e a conexão entre esses dois pontos. É necessário avaliar se é realmente necessário escalar a discussão para outro nível hierárquico e sopesar a urgência das demandas. Necessário também ser mais realista com as entregas e os próprios limites, recorrendo ao time quando as demandas estiverem sobrecarregadas.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 forma como ele conduz  os problemas que aparece no decorrer do trabalho, vejo ele sempre  com uma solução e estratégias para solucionarmos esses  obstáculos.; No momento, compreendo que todos nós estamos em constante processo de desenvolvimento profissional e avaliativo. No entanto, por não conviver diretamente com o coordenador Deivisson em sua rotina diária, não tenho condições de oferecer uma análise completamente precisa sobre suas oportunidades de desenvolvimento.</a:t>
            </a:r>
          </a:p>
          <a:p/>
          <a:p>
            <a:r>
              <a:t>O que posso afirmar, com base nas orientações e demandas que recebo, é que ele demonstra clareza nas propostas, assertividade na liderança e coerência nas atividades que direciona, evidenciando segurança e domínio nos pontos tratados.; Talvez seja interessante que ele seja mais comunicativo.; Considero que o líder aval...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