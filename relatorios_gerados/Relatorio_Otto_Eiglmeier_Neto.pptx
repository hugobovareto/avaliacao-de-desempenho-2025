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Otto Eiglmeier Neto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3,3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05926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Dedicação, trabalho em equipe, proatividade.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Conhecimento Técnico: Otto demonstra um sólido conhecimento técnico, essencial para sua função como especialista em matemática no projeto. Isso garante que ele possa oferecer orientações consistentes e fundamentadas.</a:t>
            </a:r>
          </a:p>
          <a:p>
            <a:r>
              <a:t>2. Domínio na Formação de Professores: Ele possui uma habilidade notável para formar professores, o que inclui não apenas a transmissão de conhecimento, mas também o desenvolvimento de competências práticas necessárias para o ensino eficaz.</a:t>
            </a:r>
          </a:p>
          <a:p>
            <a:r>
              <a:t>3. Boa Didática: A didática de Otto é eficiente, permitindo que ele se comunique de forma clara e envolvente. Essa habilidade é crucial para garantir que os educadores possam compreender e aplicar os conceitos apresentados.</a:t>
            </a:r>
          </a:p>
          <a:p>
            <a:r>
              <a:t>4. Desenvoltura na Criação de Videoaulas: Durante a criação de videoaulas para a formação a distância, Otto demo...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Relacionamento mais próximo aos professores do estado, tanto academicamente quanto compartilhando os desafios apresentados na realidade da escola, em uma troca de experiências.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Exploração de Formas Didáticas Inovadoras: Otto pode se beneficiar ao explorar e implementar diferentes abordagens didáticas e objetos de aprendizagem que sejam mais relevantes e significativos para os estudantes. Isso pode incluir metodologias ativas, gamificação e o uso de recursos digitais interativos.</a:t>
            </a:r>
          </a:p>
          <a:p>
            <a:r>
              <a:t>2. Diversificação na Formação de Professores: Oferecer formas diferenciadas de formação continuada para os professores pode ser uma oportunidade significativa. Isso incluirá workshops práticos, seminários online e sessões de coaching que se adaptem às necessidades e realidades dos educadores.</a:t>
            </a:r>
          </a:p>
          <a:p>
            <a:r>
              <a:t>3. Identificação de Lacunas no Aprendizado: Desenvolver habilidades para que os professores identifiquem e abordem lacunas no aprendizado dos estudantes é crucial. Otto pode promover estratégia...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