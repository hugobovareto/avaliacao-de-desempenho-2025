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Kallyedson Rawlinson de Oliveira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2,7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5249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Produtividade, assiduidade e disposição.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respeitoso..</a:t>
            </a:r>
          </a:p>
          <a:p/>
          <a:p>
            <a:r>
              <a:t>2.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3. Resolução de Problemas: Apresenta capacidade de identificar desafios com rapidez e buscar soluções lógicas e funcionais. Analisa cenários, levanta alternativas e propõe encaminhamentos adequados às necessidades do projeto.</a:t>
            </a:r>
          </a:p>
          <a:p/>
          <a:p>
            <a:r>
              <a:t>4. Adaptabilidade: Ajusta-se às mudanças e novas demandas com flexib...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aprimorar minhas habilidades profissionais e ter experiências diversas como o projeto está me proporcionando.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Elaboração de Relatórios: O colaborador demonstra capacidade limitada na elaboração de relatórios, apresentando dificuldades na organização das informações e na construção de análises claras e consistentes. Observa-se falta de detalhamento, objetividade ou coerência na apresentação dos dados, o que compromete a qualidade do material entregue e pode gerar retrabalho ou interpretações equivocadas.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