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Juliana Andrielle de Lima Nunes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3,1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587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comunicação, a empatia, e a solicitude.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3.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4. Resolução de Problemas: Apresenta capacidade de identific...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Fortalecer o trabalho junto ao projeto, aproximando-me ainda mais das escolas e ampliando o apoio ao trabalho pedagógico de forma contínua.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Ampliar sua visibilidade institucional por meio de um posicionamento mais proativo e de maior presença nas agendas. Uma atuação mais evidenciada contribui para o reconhecimento do trabalho realizado e para o fortalecimento de sua participação nas frentes estratégicas.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