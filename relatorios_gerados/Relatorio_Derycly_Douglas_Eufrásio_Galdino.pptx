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Derycly Douglas Eufrásio Galdino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4,5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2,9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2227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Entre meus principais pontos fortes, destaco minha capacidade de embasar e reconstruir pontos junto às escolas, oferecendo orientações claras, fundamentadas e sempre alinhadas às necessidades reais de cada equipe. Sou uma pessoa extremamente disponível, atuando nos três turnos quando necessário e garantindo apoio contínuo aos gestores e coordenadores. Exercito diariamente a escuta ativa, o que me permite compreender contextos, acolher demandas e orientar decisões com mais precisão. Mantenho uma postura educada, respeitosa e atenta, prezando por relações profissionais que fortaleçam a confiança. Além disso, acompanho de perto as escolas, mantendo lembretes diários, organizando fluxos e garantindo que ninguém fique sem suporte.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</a:t>
            </a:r>
          </a:p>
          <a:p/>
          <a:p>
            <a:r>
              <a:t>2.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3.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4. Resolução de Problemas: Apresenta capacidade de identific...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aprofundar algumas competências que considero essenciais tanto para o fortalecimento do projeto quanto para o meu desenvolvimento profissional. Quero aprimorar ainda mais minha capacidade de análise e interpretação de dados, tornando minhas devolutivas mais precisas, estratégicas e úteis para as escolas. Também desejo avançar no domínio dos sistemas utilizados pelo projeto, qualificando o uso do SGA, do PODIP e dos painéis de monitoramento para orientar as equipes com mais segurança e autonomia. Além disso, quero desenvolver práticas mais sistemáticas de acompanhamento e feedback, criando rotinas ainda mais claras para apoiar as escolas em suas ações pedagógicas e de gestão da aprendizagem. Para mim, é importante também aprofundar meus conhecimentos sobre...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Desatualização de Dados e Registros</a:t>
            </a:r>
          </a:p>
          <a:p/>
          <a:p>
            <a:r>
              <a:t>2. Planejamento e Organização: O colaborador apresenta dificuldades em estruturar suas atividades de forma organizada, demonstrando falhas na definição de prioridades e no cumprimento de prazos. Observa-se falta de organização em rotinas, informações e materiais, o que compromete a eficiência e a fluidez na execução das tarefas.</a:t>
            </a:r>
          </a:p>
          <a:p/>
          <a:p>
            <a:r>
              <a:t>3. Clareza de Vínculo Institucional: Observa-se confusão no entendimento sobre o pertencimento institucional, havendo, em alguns momentos, a percepção de vínculo com a DIREC, quando, na realidade, o colaborador integra a equipe da FGV. Essa falta de clareza pode impactar o alinhamento de papéis, responsabilidades e a comunicação institucional, sendo necessário reforçar por inúmeras vezes o reconhecimento do vínculo e das 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