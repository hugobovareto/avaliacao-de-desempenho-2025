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Francisco Augusto Cruz de Araújo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4,2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3,1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3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8278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Comunicação não violenta, criatividade, gosto de planejar e escrever, gosto por leitura e pelo trabalho coletivo.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Conhecimento da Estruturação e Formação Presencial: Guto possui uma sólida compreensão das necessidades de formação dos professores, o que possibilita uma estruturação eficaz das atividades de capacitação.</a:t>
            </a:r>
          </a:p>
          <a:p>
            <a:r>
              <a:t>2. Entendimento do Contexto Local: Seu conhecimento sobre o estado do RN e a rede de ensino local é fundamental para adaptar propostas às necessidades específicas do público. Isso demonstra sensibilidade e uma abordagem direcionada.</a:t>
            </a:r>
          </a:p>
          <a:p>
            <a:r>
              <a:t>3. Proatividade: Guto se destaca por sua iniciativa em identificar oportunidades de melhoria e ação, contribuindo significativamente para o desenvolvimento da equipe e dos processos educacionais.</a:t>
            </a:r>
          </a:p>
          <a:p>
            <a:r>
              <a:t>4. Bom Relacionamento Interpessoal: Ele mantém um bom relacionamento com os colegas e a gerência, o que favorece um ambiente colaborativo e produtivo. Sua habi...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colaborar de forma mais ativa em outras frentes do projeto, especialmente em temas como fluxo escolar e nas ações de formação de professores, contribuindo com aquilo que já venho aprendendo. Do ponto de vista pessoal, desejo continuar me desenvolvendo de maneira gradual, fortalecendo minhas habilidades e ampliando minha compreensão do projeto, sem perder o equilíbrio com as demais responsabilidades.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Análise Crítica dos Conteúdos: Guto poderia beneficiar-se ao adotar uma abordagem mais crítica na análise dos diversos formatos de conteúdo, como videoaulas, e-books, lives e apresentações. Isso envolveria uma avaliação mais aprofundada da eficácia e da relevância didática dos materiais produzidos.</a:t>
            </a:r>
          </a:p>
          <a:p>
            <a:r>
              <a:t>2. Aprimoramento na Estruturação e Escrita: Melhorar suas habilidades na estruturação e elaboração dos produtos do projeto é uma oportunidade significativa. O desenvolvimento dessas competências pode levar a uma apresentação mais clara e coerente das ideias, resultando em materiais mais impactantes e envolventes.</a:t>
            </a:r>
          </a:p>
          <a:p>
            <a:r>
              <a:t>3. Feedback e Colaboração: Incentivar Guto a buscar feedback regularmente de colegas e superiores sobre seus conteúdos poderá ajudá-lo a identificar pontos de melhoria de forma ma...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