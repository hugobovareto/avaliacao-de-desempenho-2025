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José Anchieta de Medeiros Costa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4,0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2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2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672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Dedicação e empenho, responsabilidade e a motivação que impulsiona cada entrega.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Inteligência Emocional: Demonstra habilidade para reconhecer e lidar com as próprias emoções, mantendo equilíbrio diante de pressões e desafios. Mostra sensibilidade ao perceber as emoções dos outros, contribuindo para um ambiente de trabalho mais acolhedor e respeitoso.</a:t>
            </a:r>
          </a:p>
          <a:p/>
          <a:p>
            <a:r>
              <a:t>2. Comunicação: Comunica-se de forma clara e objetiva, tanto na expressão verbal quanto escrita. Demonstra capacidade de ouvir atentamente, compreender demandas e transmitir informações com precisão, favorecendo a fluidez do trabalho.</a:t>
            </a:r>
          </a:p>
          <a:p/>
          <a:p>
            <a:r>
              <a:t>3.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4. Resolução de Problemas: Apresenta capacidade de identific...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star mais próximo dos professores e dos alunos, para aprimorar minha comunicação em público e me envolver cada vez mais no ambiente escolar.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Limites de Atuação e Responsabilidades: Observa-se que o colaborador, em algumas situações, assume atribuições que não estão sob sua responsabilidade direta. Essa postura pode gerar sobreposição de funções, desalinhamento de processos e interferências indevidas nas atividades de outros atores, indicando a necessidade de maior clareza e respeito aos limites de sua atuação.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