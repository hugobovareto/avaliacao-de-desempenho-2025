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João Felipe Nicolay da Silva Viola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3,9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3,1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4,2</a:t>
            </a:r>
          </a:p>
        </p:txBody>
      </p:sp>
      <p:pic>
        <p:nvPicPr>
          <p:cNvPr id="460" name="Picture 459" descr="radar_geral_228530600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3,4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2,7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3,9</a:t>
            </a:r>
          </a:p>
        </p:txBody>
      </p:sp>
      <p:pic>
        <p:nvPicPr>
          <p:cNvPr id="10" name="Picture 9" descr="radar_lideranca_228530600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0600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0600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0600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4_228530600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0600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30600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3_228530600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0600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1_228530600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0600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0600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3_228530600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0600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0600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3_228530600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4_228530600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0600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2_228530600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3_2285306009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Domínio técnico e estratégico da frente de atuação; comunicabilidade; resolução de problemas e mediação de conflitos.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Experiência Prévia Relevante: Sua experiência anterior no projeto de fluxo escolar na Bahia demonstra sua capacidade de lidar com contextos similares, o que facilitou sua adaptação ao projeto GARN, que estava em andamento.</a:t>
            </a:r>
          </a:p>
          <a:p>
            <a:r>
              <a:t>2. Integração Rápida: Viola demonstrou uma habilidade considerável para se integrar ao time, o que é crucial em projetos em andamento. Essa rapidez de adaptação ajuda a manter a continuidade e a eficiência nas atividades.</a:t>
            </a:r>
          </a:p>
          <a:p>
            <a:r>
              <a:t>3. Conhecimento Técnico: Seu conhecimento técnico sobre processos de fluxo escolar proporciona uma base sólida para contribuir significativamente nas discussões e na elaboração de estratégias.</a:t>
            </a:r>
          </a:p>
          <a:p>
            <a:r>
              <a:t>4. Colaboração e Trabalho em Equipe: Viola parece se destacar na colaboração com os membros da equipe, facilitando a troca de ideias e contribuindo para um 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Experiência na pauta de fluxo, aberto à escuta e liderança participativa; Disponível, Leitura de Cenário e Confiança.; A pessoa demonstra rapidez nas decisões, boa capacidade de síntese das demandas e prioridades, também consegue manter a comunicação clara, mesmo em momentos de pressão. Tem habilidade na construção de apresentações e visuais, o que facilita a comunicação com clientes e lideranças. Nas reuniões, apresenta boa articulação verbal e capacidade de organizar ideias de forma objetiva. Consegue orientar a equipe e definir riscos relevantes para o projeto junto com o grupo. Também demonstra cuidado com o bem-estar das pessoas, reconhece as entregas geradas pela equipe e mantém a autonomia da equipe nas rotinas.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Competências técnicas de gestão de projetos.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Para Viola, existem diversas oportunidades de desenvolvimento que podem ajudá-lo a aprimorar suas habilidades e a lidar com a ansiedade de antecipar entendimentos. Aqui estão algumas sugestões:</a:t>
            </a:r>
          </a:p>
          <a:p>
            <a:r>
              <a:t>1. Desenvolvimento da Comunicação: Trabalhar em técnicas de escuta ativa e comunicação pode ajudá-lo a absorver melhor as informações antes de externar suas opiniões ou decisões. Isso pode incluir a prática de pauses estratégicas durante reuniões ou discussões.</a:t>
            </a:r>
          </a:p>
          <a:p>
            <a:r>
              <a:t>2. Gerenciamento da Ansiedade: Participar de treinamentos sobre gerenciamento de estresse e ansiedade pode equipá-lo com ferramentas para lidar com situações que geram pressão. Técnicas como mindfulness podem ser úteis.</a:t>
            </a:r>
          </a:p>
          <a:p>
            <a:r>
              <a:t>3. Cautela na Tomada de Decisões: Aprender a adotar um processo deliberativo de decisão pode ser valioso. Isso inclui bus...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O desenvolvimento depende das condições estruturais do projeto de permitir maior previsibilidade, organização e estratégia. Poder sair do apagar de incêndio e desenvolver estratégias sólidas. Se permitido, certeza que fará muito mais do que faz atualmente; Vejo como oportunidade de desenvolvimento estruturar melhor o planejamento das ações de RAPP, mesmo em um contexto de muitas urgências, antecipando etapas e organizando um cronograma que ajude a equilibrar as demandas.; A comunicação da pessoa é muito boa, mas há espaço para avançar na consistência da comunicação de atividades e no detalhamento das demandas, com a explicação do que precisa ser feito, por quem e o prazo. É necessário o alinhamento explícito de responsabilidades. Em algumas situações, atividades mencionadas de forma abr...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