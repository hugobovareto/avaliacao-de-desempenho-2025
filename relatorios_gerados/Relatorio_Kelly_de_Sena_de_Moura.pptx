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Kelly de Sena de Moura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2,7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0594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Aceitar e superar desafios, adaptação a diversos ambientes e escuta ativa.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2.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3. Adaptabilidade: Ajusta-se às mudanças e novas demandas com flexibilidade, compreendendo que processos podem sofrer ajustes. Mantém abertura para rever estratégias e incorporar novas orientações quando necessário.</a:t>
            </a:r>
          </a:p>
          <a:p/>
          <a:p>
            <a:r>
              <a:t>4. Resiliência: Mantém perseverança diante de dificuldades e pressões, conseguindo restabelecer o foco mesmo em situaçõ...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entender mais sobre gestão de projetos e continuar melhorando minha comunicação, para que seja cada vez mais segura e assertiva.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Limites de Atuação e Responsabilidades: Observa-se que a colaboradora, em algumas situações, assume atribuições que não estão sob sua responsabilidade direta. Essa postura pode gerar sobreposição de funções, desalinhamento de processos e interferências indevidas nas atividades de outros atores, indicando a necessidade de maior clareza e respeito aos limites de sua atuação.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