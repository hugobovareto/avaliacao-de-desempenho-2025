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33"/>
  </p:notesMasterIdLst>
  <p:sldIdLst>
    <p:sldId id="256" r:id="rId2"/>
    <p:sldId id="276" r:id="rId3"/>
    <p:sldId id="277" r:id="rId4"/>
    <p:sldId id="272" r:id="rId5"/>
    <p:sldId id="289" r:id="rId6"/>
    <p:sldId id="301" r:id="rId7"/>
    <p:sldId id="298" r:id="rId8"/>
    <p:sldId id="299" r:id="rId9"/>
    <p:sldId id="290"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275" r:id="rId25"/>
    <p:sldId id="283" r:id="rId26"/>
    <p:sldId id="284" r:id="rId27"/>
    <p:sldId id="285" r:id="rId28"/>
    <p:sldId id="286" r:id="rId29"/>
    <p:sldId id="287" r:id="rId30"/>
    <p:sldId id="316" r:id="rId31"/>
    <p:sldId id="293" r:id="rId32"/>
  </p:sldIdLst>
  <p:sldSz cx="9144000" cy="5143500" type="screen16x9"/>
  <p:notesSz cx="6858000" cy="9144000"/>
  <p:embeddedFontLst>
    <p:embeddedFont>
      <p:font typeface="Catamaran ExtraBold" panose="020B0604020202020204" charset="0"/>
      <p:bold r:id="rId34"/>
    </p:embeddedFont>
    <p:embeddedFont>
      <p:font typeface="Nunito" pitchFamily="2" charset="0"/>
      <p:regular r:id="rId35"/>
      <p:bold r:id="rId36"/>
      <p:italic r:id="rId37"/>
      <p:boldItalic r:id="rId38"/>
    </p:embeddedFont>
    <p:embeddedFont>
      <p:font typeface="Nunito ExtraBold" pitchFamily="2" charset="0"/>
      <p:bold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6DC"/>
    <a:srgbClr val="CC8A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41775463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41775463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4433cd25ef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34433cd25ef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4433cd25ef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4433cd25ef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41858a217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41858a217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4177546355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5B7D436E-8CFC-0A0C-0C32-8B5C81DC10DE}"/>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F80BF559-01F7-0342-CAAC-5084836BAD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4280C0A-4E1D-FB1E-4432-12F73DC3D6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1548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0D8C8D83-E5C0-D93F-7D21-9EE2015DAA56}"/>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FB9A8D79-3980-DD17-3798-C87289D66E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AC16D134-51C4-7214-00EB-3553314580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7742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8915645D-69C5-1E5E-DDAE-C54FCD2CA6B2}"/>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59B1195D-D0B2-6CEA-2FFE-671AC3D1BD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F165D855-D189-42E8-95D8-079E754634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8455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4177546355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AF7D001A-3D9D-093F-8632-6F32C550993B}"/>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F516E20F-B25B-91BE-A496-E18151BCB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B823014C-7804-4ED3-D156-8B38C7BEB8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5145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2C377DA2-A3BC-2937-6E95-BEED5C28F621}"/>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7C0CA4AA-03F5-4DD9-98A3-C310FE9100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985902B9-43A9-44BF-D01F-95F4BC1354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8508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2A45FAEC-FDF8-CD01-161C-35786D0E266D}"/>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03116048-0A28-6DF5-71FC-F5B90924C5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43527797-2644-B511-BF96-C2F5E8EE55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0358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810ECDD2-378F-C11C-EF2F-F43D3E513C26}"/>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266216CE-994B-A3A6-6924-CE3C0E37BD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8BA229E7-188E-401A-2CE8-9E5D16D5BB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2107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496F262D-F00F-C88F-75A3-FB10A17A0612}"/>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CF0DE602-B622-4F0E-149F-C62A661E62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34A9E304-CD1A-5825-B23D-9459351C1E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1011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0D826FE4-1961-F2DC-42D6-AF7B1C8F3763}"/>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3739A662-FA68-544A-07F0-397AE55A5C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42556B89-1E91-818F-9C1B-7B11DDFD50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40250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3861238A-DBD3-74B4-CF16-2478A797ACBC}"/>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B321EB15-4C55-46FD-C31A-590F9CB54E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CD5B44BF-78EB-F212-2FCA-B762942871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826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A96EA28D-8AA3-518E-B840-BF9167C33C91}"/>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FA338C22-3CF1-94E3-A66E-2114A9D811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68FF3618-C609-57CA-C1A2-E5DD7101B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9380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F2F250FE-ADFF-0BF6-A40E-35555A95508B}"/>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6C589635-BACA-5EEE-0923-0A9AE17FDD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29829D8-95AB-96B9-4E4E-A64A55EFA6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8697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DF764C5F-B788-A792-ABFF-22335B722B84}"/>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83A87040-2205-56C1-A7F3-D5A8BCE46D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D6E9062-0484-1DBE-E546-43BAC431E0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5644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23F59B44-AB7B-5B80-BD91-DA3BD2C0A36B}"/>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2487B5BE-05E6-7F0C-47E2-00E7C04AA2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437A52E-28B4-5C46-69C4-BA0660545F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4639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6B1869CA-A468-BD85-A5F9-1EA18FD56E57}"/>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023E7F36-F97D-246A-7EE7-9C9211B44D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B185355F-D43E-AAC1-59FB-ED3A2A13AC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9896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9C76EDD0-0E6A-CF4B-C6F6-5D67477CB69B}"/>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F0D51B93-39B7-AE29-9CB1-FBD9D2AF8A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3490F514-5A59-0877-DEA9-48427A012A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48843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BDD68253-42DD-4B53-B634-90531E91A64C}"/>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C52CA0FF-068F-0583-493D-C7B60BDC12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FCF95A3D-7DF1-DE73-F6A7-CF5EFAF95A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2635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41858a217f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341858a217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41858a217f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41858a217f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41858a217f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41858a217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41858a217f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341858a217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41858a217f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41858a217f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41858a217f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341858a217f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7C59F665-E10D-88C0-EE84-606D4FAB619B}"/>
            </a:ext>
          </a:extLst>
        </p:cNvPr>
        <p:cNvGrpSpPr/>
        <p:nvPr/>
      </p:nvGrpSpPr>
      <p:grpSpPr>
        <a:xfrm>
          <a:off x="0" y="0"/>
          <a:ext cx="0" cy="0"/>
          <a:chOff x="0" y="0"/>
          <a:chExt cx="0" cy="0"/>
        </a:xfrm>
      </p:grpSpPr>
      <p:sp>
        <p:nvSpPr>
          <p:cNvPr id="491" name="Google Shape;491;g341858a217f_0_57:notes">
            <a:extLst>
              <a:ext uri="{FF2B5EF4-FFF2-40B4-BE49-F238E27FC236}">
                <a16:creationId xmlns:a16="http://schemas.microsoft.com/office/drawing/2014/main" id="{2D3B0B3A-F8F1-BB9C-CADF-77ECFABC3D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41858a217f_0_57:notes">
            <a:extLst>
              <a:ext uri="{FF2B5EF4-FFF2-40B4-BE49-F238E27FC236}">
                <a16:creationId xmlns:a16="http://schemas.microsoft.com/office/drawing/2014/main" id="{FB18C583-D78A-2A50-8491-2B76297746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43427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4177546355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34177546355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1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2.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9.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title="GARN_IDV_elementos_algodãoamareloclaro.png"/>
          <p:cNvPicPr preferRelativeResize="0"/>
          <p:nvPr/>
        </p:nvPicPr>
        <p:blipFill>
          <a:blip r:embed="rId2">
            <a:alphaModFix/>
          </a:blip>
          <a:stretch>
            <a:fillRect/>
          </a:stretch>
        </p:blipFill>
        <p:spPr>
          <a:xfrm rot="571523">
            <a:off x="2392029" y="4269901"/>
            <a:ext cx="228381" cy="560955"/>
          </a:xfrm>
          <a:prstGeom prst="rect">
            <a:avLst/>
          </a:prstGeom>
          <a:noFill/>
          <a:ln>
            <a:noFill/>
          </a:ln>
        </p:spPr>
      </p:pic>
      <p:pic>
        <p:nvPicPr>
          <p:cNvPr id="15" name="Google Shape;15;p3" title="GARN_IDV_elementos_algodãoamareloclaro2.png"/>
          <p:cNvPicPr preferRelativeResize="0"/>
          <p:nvPr/>
        </p:nvPicPr>
        <p:blipFill>
          <a:blip r:embed="rId3">
            <a:alphaModFix/>
          </a:blip>
          <a:stretch>
            <a:fillRect/>
          </a:stretch>
        </p:blipFill>
        <p:spPr>
          <a:xfrm rot="824407">
            <a:off x="2012200" y="4107865"/>
            <a:ext cx="323899" cy="678309"/>
          </a:xfrm>
          <a:prstGeom prst="rect">
            <a:avLst/>
          </a:prstGeom>
          <a:noFill/>
          <a:ln>
            <a:noFill/>
          </a:ln>
        </p:spPr>
      </p:pic>
      <p:pic>
        <p:nvPicPr>
          <p:cNvPr id="16" name="Google Shape;16;p3" title="GARN_IDV_elementos_algodãomarromclaro.png"/>
          <p:cNvPicPr preferRelativeResize="0"/>
          <p:nvPr/>
        </p:nvPicPr>
        <p:blipFill>
          <a:blip r:embed="rId4">
            <a:alphaModFix/>
          </a:blip>
          <a:stretch>
            <a:fillRect/>
          </a:stretch>
        </p:blipFill>
        <p:spPr>
          <a:xfrm rot="249561">
            <a:off x="1626050" y="4102260"/>
            <a:ext cx="323901" cy="795578"/>
          </a:xfrm>
          <a:prstGeom prst="rect">
            <a:avLst/>
          </a:prstGeom>
          <a:noFill/>
          <a:ln>
            <a:noFill/>
          </a:ln>
        </p:spPr>
      </p:pic>
      <p:pic>
        <p:nvPicPr>
          <p:cNvPr id="17" name="Google Shape;17;p3" title="GARN_IDV_elementos_algodãorosaclaro2.png"/>
          <p:cNvPicPr preferRelativeResize="0"/>
          <p:nvPr/>
        </p:nvPicPr>
        <p:blipFill>
          <a:blip r:embed="rId5">
            <a:alphaModFix/>
          </a:blip>
          <a:stretch>
            <a:fillRect/>
          </a:stretch>
        </p:blipFill>
        <p:spPr>
          <a:xfrm>
            <a:off x="2162959" y="4252233"/>
            <a:ext cx="285038" cy="596291"/>
          </a:xfrm>
          <a:prstGeom prst="rect">
            <a:avLst/>
          </a:prstGeom>
          <a:noFill/>
          <a:ln>
            <a:noFill/>
          </a:ln>
        </p:spPr>
      </p:pic>
      <p:sp>
        <p:nvSpPr>
          <p:cNvPr id="18" name="Google Shape;18;p3"/>
          <p:cNvSpPr/>
          <p:nvPr/>
        </p:nvSpPr>
        <p:spPr>
          <a:xfrm rot="10800000">
            <a:off x="-39" y="-5"/>
            <a:ext cx="9144000" cy="3870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 name="Google Shape;19;p3"/>
          <p:cNvSpPr/>
          <p:nvPr/>
        </p:nvSpPr>
        <p:spPr>
          <a:xfrm rot="10800000">
            <a:off x="-39" y="386995"/>
            <a:ext cx="9144000" cy="387000"/>
          </a:xfrm>
          <a:prstGeom prst="rect">
            <a:avLst/>
          </a:prstGeom>
          <a:solidFill>
            <a:srgbClr val="F4AD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 name="Google Shape;20;p3" title="GARN_IDV_elementos_sol.png"/>
          <p:cNvPicPr preferRelativeResize="0"/>
          <p:nvPr/>
        </p:nvPicPr>
        <p:blipFill>
          <a:blip r:embed="rId6">
            <a:alphaModFix/>
          </a:blip>
          <a:stretch>
            <a:fillRect/>
          </a:stretch>
        </p:blipFill>
        <p:spPr>
          <a:xfrm>
            <a:off x="5453113" y="-1610850"/>
            <a:ext cx="4043448" cy="4043474"/>
          </a:xfrm>
          <a:prstGeom prst="rect">
            <a:avLst/>
          </a:prstGeom>
          <a:noFill/>
          <a:ln>
            <a:noFill/>
          </a:ln>
        </p:spPr>
      </p:pic>
      <p:pic>
        <p:nvPicPr>
          <p:cNvPr id="21" name="Google Shape;21;p3" title="GARN_IDV_elementos_folhaverde2.png"/>
          <p:cNvPicPr preferRelativeResize="0"/>
          <p:nvPr/>
        </p:nvPicPr>
        <p:blipFill>
          <a:blip r:embed="rId7">
            <a:alphaModFix/>
          </a:blip>
          <a:stretch>
            <a:fillRect/>
          </a:stretch>
        </p:blipFill>
        <p:spPr>
          <a:xfrm rot="-5400000">
            <a:off x="96225" y="247823"/>
            <a:ext cx="1174977" cy="943826"/>
          </a:xfrm>
          <a:prstGeom prst="rect">
            <a:avLst/>
          </a:prstGeom>
          <a:noFill/>
          <a:ln>
            <a:noFill/>
          </a:ln>
        </p:spPr>
      </p:pic>
      <p:sp>
        <p:nvSpPr>
          <p:cNvPr id="22" name="Google Shape;22;p3"/>
          <p:cNvSpPr/>
          <p:nvPr/>
        </p:nvSpPr>
        <p:spPr>
          <a:xfrm rot="10800000">
            <a:off x="-39" y="4756495"/>
            <a:ext cx="9144000" cy="387000"/>
          </a:xfrm>
          <a:prstGeom prst="rect">
            <a:avLst/>
          </a:prstGeom>
          <a:solidFill>
            <a:srgbClr val="AED1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 name="Google Shape;23;p3" title="GARN_IDV_elementos_cacto6.png"/>
          <p:cNvPicPr preferRelativeResize="0"/>
          <p:nvPr/>
        </p:nvPicPr>
        <p:blipFill>
          <a:blip r:embed="rId8">
            <a:alphaModFix/>
          </a:blip>
          <a:stretch>
            <a:fillRect/>
          </a:stretch>
        </p:blipFill>
        <p:spPr>
          <a:xfrm>
            <a:off x="-206820" y="1679056"/>
            <a:ext cx="1557174" cy="3260897"/>
          </a:xfrm>
          <a:prstGeom prst="rect">
            <a:avLst/>
          </a:prstGeom>
          <a:noFill/>
          <a:ln>
            <a:noFill/>
          </a:ln>
        </p:spPr>
      </p:pic>
      <p:sp>
        <p:nvSpPr>
          <p:cNvPr id="24" name="Google Shape;24;p3"/>
          <p:cNvSpPr txBox="1">
            <a:spLocks noGrp="1"/>
          </p:cNvSpPr>
          <p:nvPr>
            <p:ph type="title"/>
          </p:nvPr>
        </p:nvSpPr>
        <p:spPr>
          <a:xfrm>
            <a:off x="1597625" y="1218725"/>
            <a:ext cx="3408900" cy="20460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25" name="Google Shape;25;p3"/>
          <p:cNvSpPr txBox="1">
            <a:spLocks noGrp="1"/>
          </p:cNvSpPr>
          <p:nvPr>
            <p:ph type="subTitle" idx="1"/>
          </p:nvPr>
        </p:nvSpPr>
        <p:spPr>
          <a:xfrm>
            <a:off x="1597625" y="3264725"/>
            <a:ext cx="3106800" cy="387000"/>
          </a:xfrm>
          <a:prstGeom prst="rect">
            <a:avLst/>
          </a:prstGeom>
        </p:spPr>
        <p:txBody>
          <a:bodyPr spcFirstLastPara="1" wrap="square" lIns="91425" tIns="91425" rIns="91425" bIns="91425" anchor="t" anchorCtr="0">
            <a:normAutofit/>
          </a:bodyPr>
          <a:lstStyle>
            <a:lvl1pPr lvl="0">
              <a:spcBef>
                <a:spcPts val="0"/>
              </a:spcBef>
              <a:spcAft>
                <a:spcPts val="0"/>
              </a:spcAft>
              <a:buSzPts val="1000"/>
              <a:buNone/>
              <a:defRPr/>
            </a:lvl1pPr>
            <a:lvl2pPr lvl="1">
              <a:spcBef>
                <a:spcPts val="60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pic>
        <p:nvPicPr>
          <p:cNvPr id="26" name="Google Shape;26;p3" title="AssinaturasRégua-curta---hor---cor.png"/>
          <p:cNvPicPr preferRelativeResize="0"/>
          <p:nvPr/>
        </p:nvPicPr>
        <p:blipFill>
          <a:blip r:embed="rId9">
            <a:alphaModFix/>
          </a:blip>
          <a:stretch>
            <a:fillRect/>
          </a:stretch>
        </p:blipFill>
        <p:spPr>
          <a:xfrm>
            <a:off x="5755225" y="3640861"/>
            <a:ext cx="3106801" cy="84648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beçalho de seção 1 1 2 1 1 1 1 1 1 1">
  <p:cSld name="SECTION_HEADER_1_1_2_1_1_1_1_1_1_1">
    <p:spTree>
      <p:nvGrpSpPr>
        <p:cNvPr id="1" name="Shape 141"/>
        <p:cNvGrpSpPr/>
        <p:nvPr/>
      </p:nvGrpSpPr>
      <p:grpSpPr>
        <a:xfrm>
          <a:off x="0" y="0"/>
          <a:ext cx="0" cy="0"/>
          <a:chOff x="0" y="0"/>
          <a:chExt cx="0" cy="0"/>
        </a:xfrm>
      </p:grpSpPr>
      <p:sp>
        <p:nvSpPr>
          <p:cNvPr id="142" name="Google Shape;142;p13"/>
          <p:cNvSpPr/>
          <p:nvPr/>
        </p:nvSpPr>
        <p:spPr>
          <a:xfrm rot="10800000">
            <a:off x="-250" y="3808400"/>
            <a:ext cx="9152100" cy="21267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3" name="Google Shape;143;p13" title="GARN_IDV_elementos_rnbandeira.png"/>
          <p:cNvPicPr preferRelativeResize="0"/>
          <p:nvPr/>
        </p:nvPicPr>
        <p:blipFill>
          <a:blip r:embed="rId2">
            <a:alphaModFix/>
          </a:blip>
          <a:stretch>
            <a:fillRect/>
          </a:stretch>
        </p:blipFill>
        <p:spPr>
          <a:xfrm>
            <a:off x="6565600" y="3315325"/>
            <a:ext cx="1996023" cy="1149576"/>
          </a:xfrm>
          <a:prstGeom prst="rect">
            <a:avLst/>
          </a:prstGeom>
          <a:noFill/>
          <a:ln>
            <a:noFill/>
          </a:ln>
        </p:spPr>
      </p:pic>
      <p:sp>
        <p:nvSpPr>
          <p:cNvPr id="144" name="Google Shape;144;p13"/>
          <p:cNvSpPr txBox="1"/>
          <p:nvPr/>
        </p:nvSpPr>
        <p:spPr>
          <a:xfrm>
            <a:off x="332850" y="261050"/>
            <a:ext cx="1835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800" b="1">
                <a:solidFill>
                  <a:srgbClr val="C4803F"/>
                </a:solidFill>
                <a:latin typeface="Nunito"/>
                <a:ea typeface="Nunito"/>
                <a:cs typeface="Nunito"/>
                <a:sym typeface="Nunito"/>
              </a:rPr>
              <a:t>Ficha técnica</a:t>
            </a:r>
            <a:endParaRPr sz="1800" b="1">
              <a:solidFill>
                <a:srgbClr val="C4803F"/>
              </a:solidFill>
              <a:latin typeface="Nunito"/>
              <a:ea typeface="Nunito"/>
              <a:cs typeface="Nunito"/>
              <a:sym typeface="Nuni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761275" y="192125"/>
            <a:ext cx="6219000" cy="693900"/>
          </a:xfrm>
          <a:prstGeom prst="rect">
            <a:avLst/>
          </a:prstGeom>
        </p:spPr>
        <p:txBody>
          <a:bodyPr spcFirstLastPara="1" wrap="square" lIns="91425" tIns="91425" rIns="91425" bIns="91425" anchor="t" anchorCtr="0">
            <a:normAutofit/>
          </a:bodyPr>
          <a:lstStyle>
            <a:lvl1pPr lvl="0">
              <a:spcBef>
                <a:spcPts val="0"/>
              </a:spcBef>
              <a:spcAft>
                <a:spcPts val="0"/>
              </a:spcAft>
              <a:buClr>
                <a:srgbClr val="CC8A42"/>
              </a:buClr>
              <a:buSzPts val="1600"/>
              <a:buNone/>
              <a:defRPr>
                <a:solidFill>
                  <a:srgbClr val="CC8A42"/>
                </a:solidFill>
              </a:defRPr>
            </a:lvl1pPr>
            <a:lvl2pPr lvl="1">
              <a:spcBef>
                <a:spcPts val="0"/>
              </a:spcBef>
              <a:spcAft>
                <a:spcPts val="0"/>
              </a:spcAft>
              <a:buClr>
                <a:srgbClr val="CC8A42"/>
              </a:buClr>
              <a:buSzPts val="2400"/>
              <a:buNone/>
              <a:defRPr>
                <a:solidFill>
                  <a:srgbClr val="CC8A42"/>
                </a:solidFill>
              </a:defRPr>
            </a:lvl2pPr>
            <a:lvl3pPr lvl="2">
              <a:spcBef>
                <a:spcPts val="0"/>
              </a:spcBef>
              <a:spcAft>
                <a:spcPts val="0"/>
              </a:spcAft>
              <a:buClr>
                <a:srgbClr val="CC8A42"/>
              </a:buClr>
              <a:buSzPts val="2400"/>
              <a:buNone/>
              <a:defRPr>
                <a:solidFill>
                  <a:srgbClr val="CC8A42"/>
                </a:solidFill>
              </a:defRPr>
            </a:lvl3pPr>
            <a:lvl4pPr lvl="3">
              <a:spcBef>
                <a:spcPts val="0"/>
              </a:spcBef>
              <a:spcAft>
                <a:spcPts val="0"/>
              </a:spcAft>
              <a:buClr>
                <a:srgbClr val="CC8A42"/>
              </a:buClr>
              <a:buSzPts val="2400"/>
              <a:buNone/>
              <a:defRPr>
                <a:solidFill>
                  <a:srgbClr val="CC8A42"/>
                </a:solidFill>
              </a:defRPr>
            </a:lvl4pPr>
            <a:lvl5pPr lvl="4">
              <a:spcBef>
                <a:spcPts val="0"/>
              </a:spcBef>
              <a:spcAft>
                <a:spcPts val="0"/>
              </a:spcAft>
              <a:buClr>
                <a:srgbClr val="CC8A42"/>
              </a:buClr>
              <a:buSzPts val="2400"/>
              <a:buNone/>
              <a:defRPr>
                <a:solidFill>
                  <a:srgbClr val="CC8A42"/>
                </a:solidFill>
              </a:defRPr>
            </a:lvl5pPr>
            <a:lvl6pPr lvl="5">
              <a:spcBef>
                <a:spcPts val="0"/>
              </a:spcBef>
              <a:spcAft>
                <a:spcPts val="0"/>
              </a:spcAft>
              <a:buClr>
                <a:srgbClr val="CC8A42"/>
              </a:buClr>
              <a:buSzPts val="2400"/>
              <a:buNone/>
              <a:defRPr>
                <a:solidFill>
                  <a:srgbClr val="CC8A42"/>
                </a:solidFill>
              </a:defRPr>
            </a:lvl6pPr>
            <a:lvl7pPr lvl="6">
              <a:spcBef>
                <a:spcPts val="0"/>
              </a:spcBef>
              <a:spcAft>
                <a:spcPts val="0"/>
              </a:spcAft>
              <a:buClr>
                <a:srgbClr val="CC8A42"/>
              </a:buClr>
              <a:buSzPts val="2400"/>
              <a:buNone/>
              <a:defRPr>
                <a:solidFill>
                  <a:srgbClr val="CC8A42"/>
                </a:solidFill>
              </a:defRPr>
            </a:lvl7pPr>
            <a:lvl8pPr lvl="7">
              <a:spcBef>
                <a:spcPts val="0"/>
              </a:spcBef>
              <a:spcAft>
                <a:spcPts val="0"/>
              </a:spcAft>
              <a:buClr>
                <a:srgbClr val="CC8A42"/>
              </a:buClr>
              <a:buSzPts val="2400"/>
              <a:buNone/>
              <a:defRPr>
                <a:solidFill>
                  <a:srgbClr val="CC8A42"/>
                </a:solidFill>
              </a:defRPr>
            </a:lvl8pPr>
            <a:lvl9pPr lvl="8">
              <a:spcBef>
                <a:spcPts val="0"/>
              </a:spcBef>
              <a:spcAft>
                <a:spcPts val="0"/>
              </a:spcAft>
              <a:buClr>
                <a:srgbClr val="CC8A42"/>
              </a:buClr>
              <a:buSzPts val="2400"/>
              <a:buNone/>
              <a:defRPr>
                <a:solidFill>
                  <a:srgbClr val="CC8A42"/>
                </a:solidFill>
              </a:defRPr>
            </a:lvl9pPr>
          </a:lstStyle>
          <a:p>
            <a:endParaRPr/>
          </a:p>
        </p:txBody>
      </p:sp>
      <p:sp>
        <p:nvSpPr>
          <p:cNvPr id="147" name="Google Shape;147;p14"/>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48" name="Google Shape;148;p14"/>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149" name="Google Shape;149;p14" title="GARN_IDV_elementos_folhamarrom.png"/>
          <p:cNvPicPr preferRelativeResize="0"/>
          <p:nvPr/>
        </p:nvPicPr>
        <p:blipFill>
          <a:blip r:embed="rId2">
            <a:alphaModFix/>
          </a:blip>
          <a:stretch>
            <a:fillRect/>
          </a:stretch>
        </p:blipFill>
        <p:spPr>
          <a:xfrm rot="-3600008">
            <a:off x="-144744" y="-138622"/>
            <a:ext cx="775609" cy="959294"/>
          </a:xfrm>
          <a:prstGeom prst="rect">
            <a:avLst/>
          </a:prstGeom>
          <a:noFill/>
          <a:ln>
            <a:noFill/>
          </a:ln>
        </p:spPr>
      </p:pic>
      <p:sp>
        <p:nvSpPr>
          <p:cNvPr id="150" name="Google Shape;150;p14"/>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1" name="Google Shape;151;p14"/>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2" name="Google Shape;152;p14" title="GARN_IDV_elementos_rnbandeira.png"/>
          <p:cNvPicPr preferRelativeResize="0"/>
          <p:nvPr/>
        </p:nvPicPr>
        <p:blipFill>
          <a:blip r:embed="rId3">
            <a:alphaModFix/>
          </a:blip>
          <a:stretch>
            <a:fillRect/>
          </a:stretch>
        </p:blipFill>
        <p:spPr>
          <a:xfrm>
            <a:off x="181175" y="4601175"/>
            <a:ext cx="693400" cy="39934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e corpo 2">
  <p:cSld name="TITLE_AND_BODY_2">
    <p:spTree>
      <p:nvGrpSpPr>
        <p:cNvPr id="1" name="Shape 153"/>
        <p:cNvGrpSpPr/>
        <p:nvPr/>
      </p:nvGrpSpPr>
      <p:grpSpPr>
        <a:xfrm>
          <a:off x="0" y="0"/>
          <a:ext cx="0" cy="0"/>
          <a:chOff x="0" y="0"/>
          <a:chExt cx="0" cy="0"/>
        </a:xfrm>
      </p:grpSpPr>
      <p:sp>
        <p:nvSpPr>
          <p:cNvPr id="154" name="Google Shape;154;p15"/>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a:bodyPr>
          <a:lstStyle>
            <a:lvl1pPr lvl="0">
              <a:spcBef>
                <a:spcPts val="0"/>
              </a:spcBef>
              <a:spcAft>
                <a:spcPts val="0"/>
              </a:spcAft>
              <a:buClr>
                <a:srgbClr val="F2A4DD"/>
              </a:buClr>
              <a:buSzPts val="1600"/>
              <a:buNone/>
              <a:defRPr>
                <a:solidFill>
                  <a:srgbClr val="F2A4DD"/>
                </a:solidFill>
              </a:defRPr>
            </a:lvl1pPr>
            <a:lvl2pPr lvl="1">
              <a:spcBef>
                <a:spcPts val="0"/>
              </a:spcBef>
              <a:spcAft>
                <a:spcPts val="0"/>
              </a:spcAft>
              <a:buClr>
                <a:srgbClr val="F2A4DD"/>
              </a:buClr>
              <a:buSzPts val="2400"/>
              <a:buNone/>
              <a:defRPr>
                <a:solidFill>
                  <a:srgbClr val="F2A4DD"/>
                </a:solidFill>
              </a:defRPr>
            </a:lvl2pPr>
            <a:lvl3pPr lvl="2">
              <a:spcBef>
                <a:spcPts val="0"/>
              </a:spcBef>
              <a:spcAft>
                <a:spcPts val="0"/>
              </a:spcAft>
              <a:buClr>
                <a:srgbClr val="F2A4DD"/>
              </a:buClr>
              <a:buSzPts val="2400"/>
              <a:buNone/>
              <a:defRPr>
                <a:solidFill>
                  <a:srgbClr val="F2A4DD"/>
                </a:solidFill>
              </a:defRPr>
            </a:lvl3pPr>
            <a:lvl4pPr lvl="3">
              <a:spcBef>
                <a:spcPts val="0"/>
              </a:spcBef>
              <a:spcAft>
                <a:spcPts val="0"/>
              </a:spcAft>
              <a:buClr>
                <a:srgbClr val="F2A4DD"/>
              </a:buClr>
              <a:buSzPts val="2400"/>
              <a:buNone/>
              <a:defRPr>
                <a:solidFill>
                  <a:srgbClr val="F2A4DD"/>
                </a:solidFill>
              </a:defRPr>
            </a:lvl4pPr>
            <a:lvl5pPr lvl="4">
              <a:spcBef>
                <a:spcPts val="0"/>
              </a:spcBef>
              <a:spcAft>
                <a:spcPts val="0"/>
              </a:spcAft>
              <a:buClr>
                <a:srgbClr val="F2A4DD"/>
              </a:buClr>
              <a:buSzPts val="2400"/>
              <a:buNone/>
              <a:defRPr>
                <a:solidFill>
                  <a:srgbClr val="F2A4DD"/>
                </a:solidFill>
              </a:defRPr>
            </a:lvl5pPr>
            <a:lvl6pPr lvl="5">
              <a:spcBef>
                <a:spcPts val="0"/>
              </a:spcBef>
              <a:spcAft>
                <a:spcPts val="0"/>
              </a:spcAft>
              <a:buClr>
                <a:srgbClr val="F2A4DD"/>
              </a:buClr>
              <a:buSzPts val="2400"/>
              <a:buNone/>
              <a:defRPr>
                <a:solidFill>
                  <a:srgbClr val="F2A4DD"/>
                </a:solidFill>
              </a:defRPr>
            </a:lvl6pPr>
            <a:lvl7pPr lvl="6">
              <a:spcBef>
                <a:spcPts val="0"/>
              </a:spcBef>
              <a:spcAft>
                <a:spcPts val="0"/>
              </a:spcAft>
              <a:buClr>
                <a:srgbClr val="F2A4DD"/>
              </a:buClr>
              <a:buSzPts val="2400"/>
              <a:buNone/>
              <a:defRPr>
                <a:solidFill>
                  <a:srgbClr val="F2A4DD"/>
                </a:solidFill>
              </a:defRPr>
            </a:lvl7pPr>
            <a:lvl8pPr lvl="7">
              <a:spcBef>
                <a:spcPts val="0"/>
              </a:spcBef>
              <a:spcAft>
                <a:spcPts val="0"/>
              </a:spcAft>
              <a:buClr>
                <a:srgbClr val="F2A4DD"/>
              </a:buClr>
              <a:buSzPts val="2400"/>
              <a:buNone/>
              <a:defRPr>
                <a:solidFill>
                  <a:srgbClr val="F2A4DD"/>
                </a:solidFill>
              </a:defRPr>
            </a:lvl8pPr>
            <a:lvl9pPr lvl="8">
              <a:spcBef>
                <a:spcPts val="0"/>
              </a:spcBef>
              <a:spcAft>
                <a:spcPts val="0"/>
              </a:spcAft>
              <a:buClr>
                <a:srgbClr val="F2A4DD"/>
              </a:buClr>
              <a:buSzPts val="2400"/>
              <a:buNone/>
              <a:defRPr>
                <a:solidFill>
                  <a:srgbClr val="F2A4DD"/>
                </a:solidFill>
              </a:defRPr>
            </a:lvl9pPr>
          </a:lstStyle>
          <a:p>
            <a:endParaRPr/>
          </a:p>
        </p:txBody>
      </p:sp>
      <p:sp>
        <p:nvSpPr>
          <p:cNvPr id="155" name="Google Shape;155;p15"/>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6" name="Google Shape;156;p15"/>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57" name="Google Shape;157;p15"/>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8" name="Google Shape;158;p15"/>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9" name="Google Shape;159;p15"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pic>
        <p:nvPicPr>
          <p:cNvPr id="160" name="Google Shape;160;p15" title="GARN_IDV_elementos_velarosa.png"/>
          <p:cNvPicPr preferRelativeResize="0"/>
          <p:nvPr/>
        </p:nvPicPr>
        <p:blipFill>
          <a:blip r:embed="rId3">
            <a:alphaModFix/>
          </a:blip>
          <a:stretch>
            <a:fillRect/>
          </a:stretch>
        </p:blipFill>
        <p:spPr>
          <a:xfrm rot="1800003">
            <a:off x="237825" y="53926"/>
            <a:ext cx="485101" cy="73654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e corpo 2 2">
  <p:cSld name="TITLE_AND_BODY_2_2">
    <p:spTree>
      <p:nvGrpSpPr>
        <p:cNvPr id="1" name="Shape 161"/>
        <p:cNvGrpSpPr/>
        <p:nvPr/>
      </p:nvGrpSpPr>
      <p:grpSpPr>
        <a:xfrm>
          <a:off x="0" y="0"/>
          <a:ext cx="0" cy="0"/>
          <a:chOff x="0" y="0"/>
          <a:chExt cx="0" cy="0"/>
        </a:xfrm>
      </p:grpSpPr>
      <p:sp>
        <p:nvSpPr>
          <p:cNvPr id="162" name="Google Shape;162;p16"/>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a:bodyPr>
          <a:lstStyle>
            <a:lvl1pPr lvl="0">
              <a:spcBef>
                <a:spcPts val="0"/>
              </a:spcBef>
              <a:spcAft>
                <a:spcPts val="0"/>
              </a:spcAft>
              <a:buClr>
                <a:srgbClr val="58A75B"/>
              </a:buClr>
              <a:buSzPts val="1600"/>
              <a:buNone/>
              <a:defRPr>
                <a:solidFill>
                  <a:srgbClr val="58A75B"/>
                </a:solidFill>
              </a:defRPr>
            </a:lvl1pPr>
            <a:lvl2pPr lvl="1">
              <a:spcBef>
                <a:spcPts val="0"/>
              </a:spcBef>
              <a:spcAft>
                <a:spcPts val="0"/>
              </a:spcAft>
              <a:buClr>
                <a:srgbClr val="58A75B"/>
              </a:buClr>
              <a:buSzPts val="2400"/>
              <a:buNone/>
              <a:defRPr>
                <a:solidFill>
                  <a:srgbClr val="58A75B"/>
                </a:solidFill>
              </a:defRPr>
            </a:lvl2pPr>
            <a:lvl3pPr lvl="2">
              <a:spcBef>
                <a:spcPts val="0"/>
              </a:spcBef>
              <a:spcAft>
                <a:spcPts val="0"/>
              </a:spcAft>
              <a:buClr>
                <a:srgbClr val="58A75B"/>
              </a:buClr>
              <a:buSzPts val="2400"/>
              <a:buNone/>
              <a:defRPr>
                <a:solidFill>
                  <a:srgbClr val="58A75B"/>
                </a:solidFill>
              </a:defRPr>
            </a:lvl3pPr>
            <a:lvl4pPr lvl="3">
              <a:spcBef>
                <a:spcPts val="0"/>
              </a:spcBef>
              <a:spcAft>
                <a:spcPts val="0"/>
              </a:spcAft>
              <a:buClr>
                <a:srgbClr val="58A75B"/>
              </a:buClr>
              <a:buSzPts val="2400"/>
              <a:buNone/>
              <a:defRPr>
                <a:solidFill>
                  <a:srgbClr val="58A75B"/>
                </a:solidFill>
              </a:defRPr>
            </a:lvl4pPr>
            <a:lvl5pPr lvl="4">
              <a:spcBef>
                <a:spcPts val="0"/>
              </a:spcBef>
              <a:spcAft>
                <a:spcPts val="0"/>
              </a:spcAft>
              <a:buClr>
                <a:srgbClr val="58A75B"/>
              </a:buClr>
              <a:buSzPts val="2400"/>
              <a:buNone/>
              <a:defRPr>
                <a:solidFill>
                  <a:srgbClr val="58A75B"/>
                </a:solidFill>
              </a:defRPr>
            </a:lvl5pPr>
            <a:lvl6pPr lvl="5">
              <a:spcBef>
                <a:spcPts val="0"/>
              </a:spcBef>
              <a:spcAft>
                <a:spcPts val="0"/>
              </a:spcAft>
              <a:buClr>
                <a:srgbClr val="58A75B"/>
              </a:buClr>
              <a:buSzPts val="2400"/>
              <a:buNone/>
              <a:defRPr>
                <a:solidFill>
                  <a:srgbClr val="58A75B"/>
                </a:solidFill>
              </a:defRPr>
            </a:lvl6pPr>
            <a:lvl7pPr lvl="6">
              <a:spcBef>
                <a:spcPts val="0"/>
              </a:spcBef>
              <a:spcAft>
                <a:spcPts val="0"/>
              </a:spcAft>
              <a:buClr>
                <a:srgbClr val="58A75B"/>
              </a:buClr>
              <a:buSzPts val="2400"/>
              <a:buNone/>
              <a:defRPr>
                <a:solidFill>
                  <a:srgbClr val="58A75B"/>
                </a:solidFill>
              </a:defRPr>
            </a:lvl7pPr>
            <a:lvl8pPr lvl="7">
              <a:spcBef>
                <a:spcPts val="0"/>
              </a:spcBef>
              <a:spcAft>
                <a:spcPts val="0"/>
              </a:spcAft>
              <a:buClr>
                <a:srgbClr val="58A75B"/>
              </a:buClr>
              <a:buSzPts val="2400"/>
              <a:buNone/>
              <a:defRPr>
                <a:solidFill>
                  <a:srgbClr val="58A75B"/>
                </a:solidFill>
              </a:defRPr>
            </a:lvl8pPr>
            <a:lvl9pPr lvl="8">
              <a:spcBef>
                <a:spcPts val="0"/>
              </a:spcBef>
              <a:spcAft>
                <a:spcPts val="0"/>
              </a:spcAft>
              <a:buClr>
                <a:srgbClr val="58A75B"/>
              </a:buClr>
              <a:buSzPts val="2400"/>
              <a:buNone/>
              <a:defRPr>
                <a:solidFill>
                  <a:srgbClr val="58A75B"/>
                </a:solidFill>
              </a:defRPr>
            </a:lvl9pPr>
          </a:lstStyle>
          <a:p>
            <a:endParaRPr/>
          </a:p>
        </p:txBody>
      </p:sp>
      <p:sp>
        <p:nvSpPr>
          <p:cNvPr id="163" name="Google Shape;163;p16"/>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64" name="Google Shape;164;p16"/>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65" name="Google Shape;165;p16"/>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66" name="Google Shape;166;p16"/>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7" name="Google Shape;167;p16"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pic>
        <p:nvPicPr>
          <p:cNvPr id="168" name="Google Shape;168;p16" title="GARN_IDV_elementos_sol.png"/>
          <p:cNvPicPr preferRelativeResize="0"/>
          <p:nvPr/>
        </p:nvPicPr>
        <p:blipFill>
          <a:blip r:embed="rId3">
            <a:alphaModFix/>
          </a:blip>
          <a:stretch>
            <a:fillRect/>
          </a:stretch>
        </p:blipFill>
        <p:spPr>
          <a:xfrm>
            <a:off x="-364025" y="-98112"/>
            <a:ext cx="1040625" cy="10406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e corpo 2 1">
  <p:cSld name="TITLE_AND_BODY_2_1">
    <p:spTree>
      <p:nvGrpSpPr>
        <p:cNvPr id="1" name="Shape 169"/>
        <p:cNvGrpSpPr/>
        <p:nvPr/>
      </p:nvGrpSpPr>
      <p:grpSpPr>
        <a:xfrm>
          <a:off x="0" y="0"/>
          <a:ext cx="0" cy="0"/>
          <a:chOff x="0" y="0"/>
          <a:chExt cx="0" cy="0"/>
        </a:xfrm>
      </p:grpSpPr>
      <p:sp>
        <p:nvSpPr>
          <p:cNvPr id="170" name="Google Shape;170;p17"/>
          <p:cNvSpPr txBox="1">
            <a:spLocks noGrp="1"/>
          </p:cNvSpPr>
          <p:nvPr>
            <p:ph type="title"/>
          </p:nvPr>
        </p:nvSpPr>
        <p:spPr>
          <a:xfrm>
            <a:off x="761275" y="192125"/>
            <a:ext cx="5477100" cy="673800"/>
          </a:xfrm>
          <a:prstGeom prst="rect">
            <a:avLst/>
          </a:prstGeom>
        </p:spPr>
        <p:txBody>
          <a:bodyPr spcFirstLastPara="1" wrap="square" lIns="91425" tIns="91425" rIns="91425" bIns="91425" anchor="t" anchorCtr="0">
            <a:normAutofit/>
          </a:bodyPr>
          <a:lstStyle>
            <a:lvl1pPr lvl="0">
              <a:spcBef>
                <a:spcPts val="0"/>
              </a:spcBef>
              <a:spcAft>
                <a:spcPts val="0"/>
              </a:spcAft>
              <a:buSzPts val="16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171" name="Google Shape;171;p17"/>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72" name="Google Shape;172;p17"/>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73" name="Google Shape;173;p17"/>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74" name="Google Shape;174;p17"/>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75" name="Google Shape;175;p17"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pic>
        <p:nvPicPr>
          <p:cNvPr id="176" name="Google Shape;176;p17" title="GARN_IDV_elementos_cacto2.png"/>
          <p:cNvPicPr preferRelativeResize="0"/>
          <p:nvPr/>
        </p:nvPicPr>
        <p:blipFill>
          <a:blip r:embed="rId3">
            <a:alphaModFix/>
          </a:blip>
          <a:stretch>
            <a:fillRect/>
          </a:stretch>
        </p:blipFill>
        <p:spPr>
          <a:xfrm rot="2700000">
            <a:off x="-218461" y="10818"/>
            <a:ext cx="614671" cy="128716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e corpo 1">
  <p:cSld name="TITLE_AND_BODY_1">
    <p:spTree>
      <p:nvGrpSpPr>
        <p:cNvPr id="1" name="Shape 177"/>
        <p:cNvGrpSpPr/>
        <p:nvPr/>
      </p:nvGrpSpPr>
      <p:grpSpPr>
        <a:xfrm>
          <a:off x="0" y="0"/>
          <a:ext cx="0" cy="0"/>
          <a:chOff x="0" y="0"/>
          <a:chExt cx="0" cy="0"/>
        </a:xfrm>
      </p:grpSpPr>
      <p:sp>
        <p:nvSpPr>
          <p:cNvPr id="178" name="Google Shape;178;p18"/>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79" name="Google Shape;179;p18"/>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 name="Google Shape;180;p18"/>
          <p:cNvSpPr txBox="1">
            <a:spLocks noGrp="1"/>
          </p:cNvSpPr>
          <p:nvPr>
            <p:ph type="title"/>
          </p:nvPr>
        </p:nvSpPr>
        <p:spPr>
          <a:xfrm>
            <a:off x="761275" y="192125"/>
            <a:ext cx="5400600" cy="682500"/>
          </a:xfrm>
          <a:prstGeom prst="rect">
            <a:avLst/>
          </a:prstGeom>
        </p:spPr>
        <p:txBody>
          <a:bodyPr spcFirstLastPara="1" wrap="square" lIns="91425" tIns="91425" rIns="91425" bIns="91425" anchor="t" anchorCtr="0">
            <a:normAutofit/>
          </a:bodyPr>
          <a:lstStyle>
            <a:lvl1pPr lvl="0">
              <a:spcBef>
                <a:spcPts val="0"/>
              </a:spcBef>
              <a:spcAft>
                <a:spcPts val="0"/>
              </a:spcAft>
              <a:buClr>
                <a:srgbClr val="00A6DC"/>
              </a:buClr>
              <a:buSzPts val="1600"/>
              <a:buNone/>
              <a:defRPr>
                <a:solidFill>
                  <a:srgbClr val="00A6DC"/>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181" name="Google Shape;181;p18"/>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82" name="Google Shape;182;p18"/>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pic>
        <p:nvPicPr>
          <p:cNvPr id="183" name="Google Shape;183;p18" title="GARN_IDV_elementos_rnazul.png"/>
          <p:cNvPicPr preferRelativeResize="0"/>
          <p:nvPr/>
        </p:nvPicPr>
        <p:blipFill>
          <a:blip r:embed="rId2">
            <a:alphaModFix/>
          </a:blip>
          <a:stretch>
            <a:fillRect/>
          </a:stretch>
        </p:blipFill>
        <p:spPr>
          <a:xfrm>
            <a:off x="-74776" y="192125"/>
            <a:ext cx="791099" cy="455600"/>
          </a:xfrm>
          <a:prstGeom prst="rect">
            <a:avLst/>
          </a:prstGeom>
          <a:noFill/>
          <a:ln>
            <a:noFill/>
          </a:ln>
        </p:spPr>
      </p:pic>
      <p:pic>
        <p:nvPicPr>
          <p:cNvPr id="184" name="Google Shape;184;p18" title="GARN_IDV_elementos_rnbandeira.png"/>
          <p:cNvPicPr preferRelativeResize="0"/>
          <p:nvPr/>
        </p:nvPicPr>
        <p:blipFill>
          <a:blip r:embed="rId3">
            <a:alphaModFix/>
          </a:blip>
          <a:stretch>
            <a:fillRect/>
          </a:stretch>
        </p:blipFill>
        <p:spPr>
          <a:xfrm>
            <a:off x="181175" y="4601175"/>
            <a:ext cx="693400" cy="39934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rgbClr val="F9D736"/>
        </a:solidFill>
        <a:effectLst/>
      </p:bgPr>
    </p:bg>
    <p:spTree>
      <p:nvGrpSpPr>
        <p:cNvPr id="1" name="Shape 205"/>
        <p:cNvGrpSpPr/>
        <p:nvPr/>
      </p:nvGrpSpPr>
      <p:grpSpPr>
        <a:xfrm>
          <a:off x="0" y="0"/>
          <a:ext cx="0" cy="0"/>
          <a:chOff x="0" y="0"/>
          <a:chExt cx="0" cy="0"/>
        </a:xfrm>
      </p:grpSpPr>
      <p:sp>
        <p:nvSpPr>
          <p:cNvPr id="206" name="Google Shape;206;p24"/>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07" name="Google Shape;207;p24" title="GARN_IDV_elementos_solbranco.png"/>
          <p:cNvPicPr preferRelativeResize="0"/>
          <p:nvPr/>
        </p:nvPicPr>
        <p:blipFill>
          <a:blip r:embed="rId2">
            <a:alphaModFix/>
          </a:blip>
          <a:stretch>
            <a:fillRect/>
          </a:stretch>
        </p:blipFill>
        <p:spPr>
          <a:xfrm>
            <a:off x="-748525" y="1117125"/>
            <a:ext cx="2909251" cy="2909251"/>
          </a:xfrm>
          <a:prstGeom prst="rect">
            <a:avLst/>
          </a:prstGeom>
          <a:noFill/>
          <a:ln>
            <a:noFill/>
          </a:ln>
        </p:spPr>
      </p:pic>
      <p:sp>
        <p:nvSpPr>
          <p:cNvPr id="208" name="Google Shape;208;p24"/>
          <p:cNvSpPr/>
          <p:nvPr/>
        </p:nvSpPr>
        <p:spPr>
          <a:xfrm>
            <a:off x="6508200" y="-10950"/>
            <a:ext cx="2635800" cy="5175000"/>
          </a:xfrm>
          <a:prstGeom prst="rect">
            <a:avLst/>
          </a:prstGeom>
          <a:solidFill>
            <a:srgbClr val="C480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pic>
        <p:nvPicPr>
          <p:cNvPr id="209" name="Google Shape;209;p24" title="GARN_IDV_elementos_algodãobranco2.png"/>
          <p:cNvPicPr preferRelativeResize="0"/>
          <p:nvPr/>
        </p:nvPicPr>
        <p:blipFill>
          <a:blip r:embed="rId3">
            <a:alphaModFix/>
          </a:blip>
          <a:stretch>
            <a:fillRect/>
          </a:stretch>
        </p:blipFill>
        <p:spPr>
          <a:xfrm rot="1799999">
            <a:off x="4928479" y="4035251"/>
            <a:ext cx="810901" cy="1696372"/>
          </a:xfrm>
          <a:prstGeom prst="rect">
            <a:avLst/>
          </a:prstGeom>
          <a:noFill/>
          <a:ln>
            <a:noFill/>
          </a:ln>
        </p:spPr>
      </p:pic>
      <p:pic>
        <p:nvPicPr>
          <p:cNvPr id="210" name="Google Shape;210;p24" title="GARN_IDV_elementos_folhaverdegrama2.png"/>
          <p:cNvPicPr preferRelativeResize="0"/>
          <p:nvPr/>
        </p:nvPicPr>
        <p:blipFill>
          <a:blip r:embed="rId4">
            <a:alphaModFix/>
          </a:blip>
          <a:stretch>
            <a:fillRect/>
          </a:stretch>
        </p:blipFill>
        <p:spPr>
          <a:xfrm>
            <a:off x="5731175" y="327400"/>
            <a:ext cx="3412826" cy="2741400"/>
          </a:xfrm>
          <a:prstGeom prst="rect">
            <a:avLst/>
          </a:prstGeom>
          <a:noFill/>
          <a:ln>
            <a:noFill/>
          </a:ln>
        </p:spPr>
      </p:pic>
      <p:sp>
        <p:nvSpPr>
          <p:cNvPr id="211" name="Google Shape;211;p24"/>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lvl1pPr lvl="0">
              <a:spcBef>
                <a:spcPts val="0"/>
              </a:spcBef>
              <a:spcAft>
                <a:spcPts val="0"/>
              </a:spcAft>
              <a:buClr>
                <a:srgbClr val="C4803F"/>
              </a:buClr>
              <a:buSzPts val="2600"/>
              <a:buFont typeface="Nunito ExtraBold"/>
              <a:buNone/>
              <a:defRPr sz="2600" b="0">
                <a:solidFill>
                  <a:srgbClr val="C4803F"/>
                </a:solidFill>
                <a:latin typeface="Nunito ExtraBold"/>
                <a:ea typeface="Nunito ExtraBold"/>
                <a:cs typeface="Nunito ExtraBold"/>
                <a:sym typeface="Nunito ExtraBold"/>
              </a:defRPr>
            </a:lvl1pPr>
            <a:lvl2pPr lvl="1">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2pPr>
            <a:lvl3pPr lvl="2">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3pPr>
            <a:lvl4pPr lvl="3">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4pPr>
            <a:lvl5pPr lvl="4">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5pPr>
            <a:lvl6pPr lvl="5">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6pPr>
            <a:lvl7pPr lvl="6">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7pPr>
            <a:lvl8pPr lvl="7">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8pPr>
            <a:lvl9pPr lvl="8">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xto em uma coluna 1 1 1 2">
  <p:cSld name="ONE_COLUMN_TEXT_1_1_1_2">
    <p:bg>
      <p:bgPr>
        <a:solidFill>
          <a:srgbClr val="AED13F"/>
        </a:solidFill>
        <a:effectLst/>
      </p:bgPr>
    </p:bg>
    <p:spTree>
      <p:nvGrpSpPr>
        <p:cNvPr id="1" name="Shape 244"/>
        <p:cNvGrpSpPr/>
        <p:nvPr/>
      </p:nvGrpSpPr>
      <p:grpSpPr>
        <a:xfrm>
          <a:off x="0" y="0"/>
          <a:ext cx="0" cy="0"/>
          <a:chOff x="0" y="0"/>
          <a:chExt cx="0" cy="0"/>
        </a:xfrm>
      </p:grpSpPr>
      <p:sp>
        <p:nvSpPr>
          <p:cNvPr id="245" name="Google Shape;245;p29"/>
          <p:cNvSpPr/>
          <p:nvPr/>
        </p:nvSpPr>
        <p:spPr>
          <a:xfrm>
            <a:off x="6488750" y="-10925"/>
            <a:ext cx="2655300" cy="5175000"/>
          </a:xfrm>
          <a:prstGeom prst="rect">
            <a:avLst/>
          </a:prstGeom>
          <a:solidFill>
            <a:srgbClr val="C480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sp>
        <p:nvSpPr>
          <p:cNvPr id="246" name="Google Shape;246;p29"/>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47" name="Google Shape;247;p29" title="GARN_IDV_elementos_sol.png"/>
          <p:cNvPicPr preferRelativeResize="0"/>
          <p:nvPr/>
        </p:nvPicPr>
        <p:blipFill>
          <a:blip r:embed="rId2">
            <a:alphaModFix/>
          </a:blip>
          <a:stretch>
            <a:fillRect/>
          </a:stretch>
        </p:blipFill>
        <p:spPr>
          <a:xfrm>
            <a:off x="-753324" y="1117126"/>
            <a:ext cx="2918851" cy="2918876"/>
          </a:xfrm>
          <a:prstGeom prst="rect">
            <a:avLst/>
          </a:prstGeom>
          <a:noFill/>
          <a:ln>
            <a:noFill/>
          </a:ln>
        </p:spPr>
      </p:pic>
      <p:pic>
        <p:nvPicPr>
          <p:cNvPr id="248" name="Google Shape;248;p29" title="GARN_IDV_elementos_rnamarelo2.png"/>
          <p:cNvPicPr preferRelativeResize="0"/>
          <p:nvPr/>
        </p:nvPicPr>
        <p:blipFill>
          <a:blip r:embed="rId3">
            <a:alphaModFix/>
          </a:blip>
          <a:stretch>
            <a:fillRect/>
          </a:stretch>
        </p:blipFill>
        <p:spPr>
          <a:xfrm>
            <a:off x="5365180" y="390854"/>
            <a:ext cx="2622390" cy="1510250"/>
          </a:xfrm>
          <a:prstGeom prst="rect">
            <a:avLst/>
          </a:prstGeom>
          <a:noFill/>
          <a:ln>
            <a:noFill/>
          </a:ln>
        </p:spPr>
      </p:pic>
      <p:pic>
        <p:nvPicPr>
          <p:cNvPr id="249" name="Google Shape;249;p29" title="GARN_IDV_elementos_folhaverde.png"/>
          <p:cNvPicPr preferRelativeResize="0"/>
          <p:nvPr/>
        </p:nvPicPr>
        <p:blipFill>
          <a:blip r:embed="rId4">
            <a:alphaModFix/>
          </a:blip>
          <a:stretch>
            <a:fillRect/>
          </a:stretch>
        </p:blipFill>
        <p:spPr>
          <a:xfrm rot="-9000015">
            <a:off x="4871458" y="4002076"/>
            <a:ext cx="1174281" cy="1452373"/>
          </a:xfrm>
          <a:prstGeom prst="rect">
            <a:avLst/>
          </a:prstGeom>
          <a:noFill/>
          <a:ln>
            <a:noFill/>
          </a:ln>
        </p:spPr>
      </p:pic>
      <p:sp>
        <p:nvSpPr>
          <p:cNvPr id="250" name="Google Shape;250;p29"/>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2600"/>
              <a:buFont typeface="Nunito ExtraBold"/>
              <a:buNone/>
              <a:defRPr sz="2600" b="0">
                <a:solidFill>
                  <a:schemeClr val="lt1"/>
                </a:solidFill>
                <a:latin typeface="Nunito ExtraBold"/>
                <a:ea typeface="Nunito ExtraBold"/>
                <a:cs typeface="Nunito ExtraBold"/>
                <a:sym typeface="Nunito ExtraBold"/>
              </a:defRPr>
            </a:lvl1pPr>
            <a:lvl2pPr lvl="1">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2pPr>
            <a:lvl3pPr lvl="2">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3pPr>
            <a:lvl4pPr lvl="3">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4pPr>
            <a:lvl5pPr lvl="4">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5pPr>
            <a:lvl6pPr lvl="5">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6pPr>
            <a:lvl7pPr lvl="6">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7pPr>
            <a:lvl8pPr lvl="7">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8pPr>
            <a:lvl9pPr lvl="8">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onto principal 1">
  <p:cSld name="MAIN_POINT_1">
    <p:spTree>
      <p:nvGrpSpPr>
        <p:cNvPr id="1" name="Shape 279"/>
        <p:cNvGrpSpPr/>
        <p:nvPr/>
      </p:nvGrpSpPr>
      <p:grpSpPr>
        <a:xfrm>
          <a:off x="0" y="0"/>
          <a:ext cx="0" cy="0"/>
          <a:chOff x="0" y="0"/>
          <a:chExt cx="0" cy="0"/>
        </a:xfrm>
      </p:grpSpPr>
      <p:sp>
        <p:nvSpPr>
          <p:cNvPr id="280" name="Google Shape;280;p33"/>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81" name="Google Shape;281;p33" title="GARN_IDV_elementos_cacto5.png"/>
          <p:cNvPicPr preferRelativeResize="0"/>
          <p:nvPr/>
        </p:nvPicPr>
        <p:blipFill rotWithShape="1">
          <a:blip r:embed="rId2">
            <a:alphaModFix/>
          </a:blip>
          <a:srcRect l="28561"/>
          <a:stretch/>
        </p:blipFill>
        <p:spPr>
          <a:xfrm flipH="1">
            <a:off x="-232123" y="-333100"/>
            <a:ext cx="3067001" cy="6840602"/>
          </a:xfrm>
          <a:prstGeom prst="rect">
            <a:avLst/>
          </a:prstGeom>
          <a:noFill/>
          <a:ln>
            <a:noFill/>
          </a:ln>
        </p:spPr>
      </p:pic>
      <p:sp>
        <p:nvSpPr>
          <p:cNvPr id="282" name="Google Shape;282;p33"/>
          <p:cNvSpPr/>
          <p:nvPr/>
        </p:nvSpPr>
        <p:spPr>
          <a:xfrm>
            <a:off x="-71675" y="0"/>
            <a:ext cx="2726100" cy="5143500"/>
          </a:xfrm>
          <a:prstGeom prst="rect">
            <a:avLst/>
          </a:prstGeom>
          <a:solidFill>
            <a:srgbClr val="AED1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sp>
        <p:nvSpPr>
          <p:cNvPr id="283" name="Google Shape;283;p33"/>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rgbClr val="FFF9D9"/>
              </a:buClr>
              <a:buSzPts val="2000"/>
              <a:buNone/>
              <a:defRPr sz="2000">
                <a:solidFill>
                  <a:srgbClr val="FFF9D9"/>
                </a:solidFill>
              </a:defRPr>
            </a:lvl2pPr>
            <a:lvl3pPr lvl="2">
              <a:spcBef>
                <a:spcPts val="0"/>
              </a:spcBef>
              <a:spcAft>
                <a:spcPts val="0"/>
              </a:spcAft>
              <a:buClr>
                <a:srgbClr val="FFF9D9"/>
              </a:buClr>
              <a:buSzPts val="2000"/>
              <a:buNone/>
              <a:defRPr sz="2000">
                <a:solidFill>
                  <a:srgbClr val="FFF9D9"/>
                </a:solidFill>
              </a:defRPr>
            </a:lvl3pPr>
            <a:lvl4pPr lvl="3">
              <a:spcBef>
                <a:spcPts val="0"/>
              </a:spcBef>
              <a:spcAft>
                <a:spcPts val="0"/>
              </a:spcAft>
              <a:buClr>
                <a:srgbClr val="FFF9D9"/>
              </a:buClr>
              <a:buSzPts val="2000"/>
              <a:buNone/>
              <a:defRPr sz="2000">
                <a:solidFill>
                  <a:srgbClr val="FFF9D9"/>
                </a:solidFill>
              </a:defRPr>
            </a:lvl4pPr>
            <a:lvl5pPr lvl="4">
              <a:spcBef>
                <a:spcPts val="0"/>
              </a:spcBef>
              <a:spcAft>
                <a:spcPts val="0"/>
              </a:spcAft>
              <a:buClr>
                <a:srgbClr val="FFF9D9"/>
              </a:buClr>
              <a:buSzPts val="2000"/>
              <a:buNone/>
              <a:defRPr sz="2000">
                <a:solidFill>
                  <a:srgbClr val="FFF9D9"/>
                </a:solidFill>
              </a:defRPr>
            </a:lvl5pPr>
            <a:lvl6pPr lvl="5">
              <a:spcBef>
                <a:spcPts val="0"/>
              </a:spcBef>
              <a:spcAft>
                <a:spcPts val="0"/>
              </a:spcAft>
              <a:buClr>
                <a:srgbClr val="FFF9D9"/>
              </a:buClr>
              <a:buSzPts val="2000"/>
              <a:buNone/>
              <a:defRPr sz="2000">
                <a:solidFill>
                  <a:srgbClr val="FFF9D9"/>
                </a:solidFill>
              </a:defRPr>
            </a:lvl6pPr>
            <a:lvl7pPr lvl="6">
              <a:spcBef>
                <a:spcPts val="0"/>
              </a:spcBef>
              <a:spcAft>
                <a:spcPts val="0"/>
              </a:spcAft>
              <a:buClr>
                <a:srgbClr val="FFF9D9"/>
              </a:buClr>
              <a:buSzPts val="2000"/>
              <a:buNone/>
              <a:defRPr sz="2000">
                <a:solidFill>
                  <a:srgbClr val="FFF9D9"/>
                </a:solidFill>
              </a:defRPr>
            </a:lvl7pPr>
            <a:lvl8pPr lvl="7">
              <a:spcBef>
                <a:spcPts val="0"/>
              </a:spcBef>
              <a:spcAft>
                <a:spcPts val="0"/>
              </a:spcAft>
              <a:buClr>
                <a:srgbClr val="FFF9D9"/>
              </a:buClr>
              <a:buSzPts val="2000"/>
              <a:buNone/>
              <a:defRPr sz="2000">
                <a:solidFill>
                  <a:srgbClr val="FFF9D9"/>
                </a:solidFill>
              </a:defRPr>
            </a:lvl8pPr>
            <a:lvl9pPr lvl="8">
              <a:spcBef>
                <a:spcPts val="0"/>
              </a:spcBef>
              <a:spcAft>
                <a:spcPts val="0"/>
              </a:spcAft>
              <a:buClr>
                <a:srgbClr val="FFF9D9"/>
              </a:buClr>
              <a:buSzPts val="2000"/>
              <a:buNone/>
              <a:defRPr sz="2000">
                <a:solidFill>
                  <a:srgbClr val="FFF9D9"/>
                </a:solidFill>
              </a:defRPr>
            </a:lvl9pPr>
          </a:lstStyle>
          <a:p>
            <a:endParaRPr/>
          </a:p>
        </p:txBody>
      </p:sp>
      <p:pic>
        <p:nvPicPr>
          <p:cNvPr id="284" name="Google Shape;284;p33" title="GARN_IDV_elementos_rnmarrom2.png"/>
          <p:cNvPicPr preferRelativeResize="0"/>
          <p:nvPr/>
        </p:nvPicPr>
        <p:blipFill>
          <a:blip r:embed="rId3">
            <a:alphaModFix/>
          </a:blip>
          <a:stretch>
            <a:fillRect/>
          </a:stretch>
        </p:blipFill>
        <p:spPr>
          <a:xfrm>
            <a:off x="1712330" y="4012125"/>
            <a:ext cx="1537753" cy="885600"/>
          </a:xfrm>
          <a:prstGeom prst="rect">
            <a:avLst/>
          </a:prstGeom>
          <a:noFill/>
          <a:ln>
            <a:noFill/>
          </a:ln>
        </p:spPr>
      </p:pic>
      <p:sp>
        <p:nvSpPr>
          <p:cNvPr id="285" name="Google Shape;285;p33"/>
          <p:cNvSpPr txBox="1">
            <a:spLocks noGrp="1"/>
          </p:cNvSpPr>
          <p:nvPr>
            <p:ph type="subTitle" idx="1"/>
          </p:nvPr>
        </p:nvSpPr>
        <p:spPr>
          <a:xfrm>
            <a:off x="3310950" y="4461500"/>
            <a:ext cx="5252100" cy="313200"/>
          </a:xfrm>
          <a:prstGeom prst="rect">
            <a:avLst/>
          </a:prstGeom>
        </p:spPr>
        <p:txBody>
          <a:bodyPr spcFirstLastPara="1" wrap="square" lIns="91425" tIns="91425" rIns="91425" bIns="91425" anchor="t" anchorCtr="0">
            <a:normAutofit/>
          </a:bodyPr>
          <a:lstStyle>
            <a:lvl1pPr lvl="0">
              <a:spcBef>
                <a:spcPts val="0"/>
              </a:spcBef>
              <a:spcAft>
                <a:spcPts val="0"/>
              </a:spcAft>
              <a:buClr>
                <a:srgbClr val="58A75B"/>
              </a:buClr>
              <a:buSzPts val="800"/>
              <a:buNone/>
              <a:defRPr sz="800">
                <a:solidFill>
                  <a:srgbClr val="58A75B"/>
                </a:solidFill>
              </a:defRPr>
            </a:lvl1pPr>
            <a:lvl2pPr lvl="1">
              <a:spcBef>
                <a:spcPts val="600"/>
              </a:spcBef>
              <a:spcAft>
                <a:spcPts val="0"/>
              </a:spcAft>
              <a:buClr>
                <a:srgbClr val="58A75B"/>
              </a:buClr>
              <a:buSzPts val="800"/>
              <a:buNone/>
              <a:defRPr sz="800">
                <a:solidFill>
                  <a:srgbClr val="58A75B"/>
                </a:solidFill>
              </a:defRPr>
            </a:lvl2pPr>
            <a:lvl3pPr lvl="2">
              <a:spcBef>
                <a:spcPts val="0"/>
              </a:spcBef>
              <a:spcAft>
                <a:spcPts val="0"/>
              </a:spcAft>
              <a:buClr>
                <a:srgbClr val="58A75B"/>
              </a:buClr>
              <a:buSzPts val="800"/>
              <a:buNone/>
              <a:defRPr sz="800">
                <a:solidFill>
                  <a:srgbClr val="58A75B"/>
                </a:solidFill>
              </a:defRPr>
            </a:lvl3pPr>
            <a:lvl4pPr lvl="3">
              <a:spcBef>
                <a:spcPts val="0"/>
              </a:spcBef>
              <a:spcAft>
                <a:spcPts val="0"/>
              </a:spcAft>
              <a:buClr>
                <a:srgbClr val="58A75B"/>
              </a:buClr>
              <a:buSzPts val="800"/>
              <a:buNone/>
              <a:defRPr sz="800">
                <a:solidFill>
                  <a:srgbClr val="58A75B"/>
                </a:solidFill>
              </a:defRPr>
            </a:lvl4pPr>
            <a:lvl5pPr lvl="4">
              <a:spcBef>
                <a:spcPts val="0"/>
              </a:spcBef>
              <a:spcAft>
                <a:spcPts val="0"/>
              </a:spcAft>
              <a:buClr>
                <a:srgbClr val="58A75B"/>
              </a:buClr>
              <a:buSzPts val="800"/>
              <a:buNone/>
              <a:defRPr sz="800">
                <a:solidFill>
                  <a:srgbClr val="58A75B"/>
                </a:solidFill>
              </a:defRPr>
            </a:lvl5pPr>
            <a:lvl6pPr lvl="5">
              <a:spcBef>
                <a:spcPts val="0"/>
              </a:spcBef>
              <a:spcAft>
                <a:spcPts val="0"/>
              </a:spcAft>
              <a:buClr>
                <a:srgbClr val="58A75B"/>
              </a:buClr>
              <a:buSzPts val="800"/>
              <a:buNone/>
              <a:defRPr sz="800">
                <a:solidFill>
                  <a:srgbClr val="58A75B"/>
                </a:solidFill>
              </a:defRPr>
            </a:lvl6pPr>
            <a:lvl7pPr lvl="6">
              <a:spcBef>
                <a:spcPts val="0"/>
              </a:spcBef>
              <a:spcAft>
                <a:spcPts val="0"/>
              </a:spcAft>
              <a:buClr>
                <a:srgbClr val="58A75B"/>
              </a:buClr>
              <a:buSzPts val="800"/>
              <a:buNone/>
              <a:defRPr sz="800">
                <a:solidFill>
                  <a:srgbClr val="58A75B"/>
                </a:solidFill>
              </a:defRPr>
            </a:lvl7pPr>
            <a:lvl8pPr lvl="7">
              <a:spcBef>
                <a:spcPts val="0"/>
              </a:spcBef>
              <a:spcAft>
                <a:spcPts val="0"/>
              </a:spcAft>
              <a:buClr>
                <a:srgbClr val="58A75B"/>
              </a:buClr>
              <a:buSzPts val="800"/>
              <a:buNone/>
              <a:defRPr sz="800">
                <a:solidFill>
                  <a:srgbClr val="58A75B"/>
                </a:solidFill>
              </a:defRPr>
            </a:lvl8pPr>
            <a:lvl9pPr lvl="8">
              <a:spcBef>
                <a:spcPts val="0"/>
              </a:spcBef>
              <a:spcAft>
                <a:spcPts val="0"/>
              </a:spcAft>
              <a:buClr>
                <a:srgbClr val="58A75B"/>
              </a:buClr>
              <a:buSzPts val="800"/>
              <a:buNone/>
              <a:defRPr sz="800">
                <a:solidFill>
                  <a:srgbClr val="58A75B"/>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onto principal 1 1">
  <p:cSld name="MAIN_POINT_1_1">
    <p:spTree>
      <p:nvGrpSpPr>
        <p:cNvPr id="1" name="Shape 295"/>
        <p:cNvGrpSpPr/>
        <p:nvPr/>
      </p:nvGrpSpPr>
      <p:grpSpPr>
        <a:xfrm>
          <a:off x="0" y="0"/>
          <a:ext cx="0" cy="0"/>
          <a:chOff x="0" y="0"/>
          <a:chExt cx="0" cy="0"/>
        </a:xfrm>
      </p:grpSpPr>
      <p:sp>
        <p:nvSpPr>
          <p:cNvPr id="296" name="Google Shape;296;p35"/>
          <p:cNvSpPr/>
          <p:nvPr/>
        </p:nvSpPr>
        <p:spPr>
          <a:xfrm>
            <a:off x="-71675" y="0"/>
            <a:ext cx="2726100" cy="51435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pic>
        <p:nvPicPr>
          <p:cNvPr id="297" name="Google Shape;297;p35" title="GARN_IDV_elementos_cacto1.png"/>
          <p:cNvPicPr preferRelativeResize="0"/>
          <p:nvPr/>
        </p:nvPicPr>
        <p:blipFill rotWithShape="1">
          <a:blip r:embed="rId2">
            <a:alphaModFix/>
          </a:blip>
          <a:srcRect l="28335"/>
          <a:stretch/>
        </p:blipFill>
        <p:spPr>
          <a:xfrm flipH="1">
            <a:off x="-252126" y="-333100"/>
            <a:ext cx="3087001" cy="6840602"/>
          </a:xfrm>
          <a:prstGeom prst="rect">
            <a:avLst/>
          </a:prstGeom>
          <a:noFill/>
          <a:ln>
            <a:noFill/>
          </a:ln>
        </p:spPr>
      </p:pic>
      <p:sp>
        <p:nvSpPr>
          <p:cNvPr id="298" name="Google Shape;298;p35"/>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99" name="Google Shape;299;p35" title="GARN_IDV_elementos_rnamarelo2.png"/>
          <p:cNvPicPr preferRelativeResize="0"/>
          <p:nvPr/>
        </p:nvPicPr>
        <p:blipFill>
          <a:blip r:embed="rId3">
            <a:alphaModFix/>
          </a:blip>
          <a:stretch>
            <a:fillRect/>
          </a:stretch>
        </p:blipFill>
        <p:spPr>
          <a:xfrm>
            <a:off x="1712355" y="4012117"/>
            <a:ext cx="1537725" cy="885600"/>
          </a:xfrm>
          <a:prstGeom prst="rect">
            <a:avLst/>
          </a:prstGeom>
          <a:noFill/>
          <a:ln>
            <a:noFill/>
          </a:ln>
        </p:spPr>
      </p:pic>
      <p:sp>
        <p:nvSpPr>
          <p:cNvPr id="300" name="Google Shape;300;p35"/>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1" name="Google Shape;301;p35"/>
          <p:cNvSpPr txBox="1">
            <a:spLocks noGrp="1"/>
          </p:cNvSpPr>
          <p:nvPr>
            <p:ph type="subTitle" idx="1"/>
          </p:nvPr>
        </p:nvSpPr>
        <p:spPr>
          <a:xfrm>
            <a:off x="3310950" y="4461500"/>
            <a:ext cx="5252100" cy="313200"/>
          </a:xfrm>
          <a:prstGeom prst="rect">
            <a:avLst/>
          </a:prstGeom>
        </p:spPr>
        <p:txBody>
          <a:bodyPr spcFirstLastPara="1" wrap="square" lIns="91425" tIns="91425" rIns="91425" bIns="91425" anchor="t" anchorCtr="0">
            <a:normAutofit/>
          </a:bodyPr>
          <a:lstStyle>
            <a:lvl1pPr lvl="0">
              <a:spcBef>
                <a:spcPts val="0"/>
              </a:spcBef>
              <a:spcAft>
                <a:spcPts val="0"/>
              </a:spcAft>
              <a:buClr>
                <a:srgbClr val="58A75B"/>
              </a:buClr>
              <a:buSzPts val="800"/>
              <a:buNone/>
              <a:defRPr sz="800">
                <a:solidFill>
                  <a:srgbClr val="58A75B"/>
                </a:solidFill>
              </a:defRPr>
            </a:lvl1pPr>
            <a:lvl2pPr lvl="1">
              <a:spcBef>
                <a:spcPts val="600"/>
              </a:spcBef>
              <a:spcAft>
                <a:spcPts val="0"/>
              </a:spcAft>
              <a:buClr>
                <a:srgbClr val="58A75B"/>
              </a:buClr>
              <a:buSzPts val="800"/>
              <a:buNone/>
              <a:defRPr sz="800">
                <a:solidFill>
                  <a:srgbClr val="58A75B"/>
                </a:solidFill>
              </a:defRPr>
            </a:lvl2pPr>
            <a:lvl3pPr lvl="2">
              <a:spcBef>
                <a:spcPts val="0"/>
              </a:spcBef>
              <a:spcAft>
                <a:spcPts val="0"/>
              </a:spcAft>
              <a:buClr>
                <a:srgbClr val="58A75B"/>
              </a:buClr>
              <a:buSzPts val="800"/>
              <a:buNone/>
              <a:defRPr sz="800">
                <a:solidFill>
                  <a:srgbClr val="58A75B"/>
                </a:solidFill>
              </a:defRPr>
            </a:lvl3pPr>
            <a:lvl4pPr lvl="3">
              <a:spcBef>
                <a:spcPts val="0"/>
              </a:spcBef>
              <a:spcAft>
                <a:spcPts val="0"/>
              </a:spcAft>
              <a:buClr>
                <a:srgbClr val="58A75B"/>
              </a:buClr>
              <a:buSzPts val="800"/>
              <a:buNone/>
              <a:defRPr sz="800">
                <a:solidFill>
                  <a:srgbClr val="58A75B"/>
                </a:solidFill>
              </a:defRPr>
            </a:lvl4pPr>
            <a:lvl5pPr lvl="4">
              <a:spcBef>
                <a:spcPts val="0"/>
              </a:spcBef>
              <a:spcAft>
                <a:spcPts val="0"/>
              </a:spcAft>
              <a:buClr>
                <a:srgbClr val="58A75B"/>
              </a:buClr>
              <a:buSzPts val="800"/>
              <a:buNone/>
              <a:defRPr sz="800">
                <a:solidFill>
                  <a:srgbClr val="58A75B"/>
                </a:solidFill>
              </a:defRPr>
            </a:lvl5pPr>
            <a:lvl6pPr lvl="5">
              <a:spcBef>
                <a:spcPts val="0"/>
              </a:spcBef>
              <a:spcAft>
                <a:spcPts val="0"/>
              </a:spcAft>
              <a:buClr>
                <a:srgbClr val="58A75B"/>
              </a:buClr>
              <a:buSzPts val="800"/>
              <a:buNone/>
              <a:defRPr sz="800">
                <a:solidFill>
                  <a:srgbClr val="58A75B"/>
                </a:solidFill>
              </a:defRPr>
            </a:lvl6pPr>
            <a:lvl7pPr lvl="6">
              <a:spcBef>
                <a:spcPts val="0"/>
              </a:spcBef>
              <a:spcAft>
                <a:spcPts val="0"/>
              </a:spcAft>
              <a:buClr>
                <a:srgbClr val="58A75B"/>
              </a:buClr>
              <a:buSzPts val="800"/>
              <a:buNone/>
              <a:defRPr sz="800">
                <a:solidFill>
                  <a:srgbClr val="58A75B"/>
                </a:solidFill>
              </a:defRPr>
            </a:lvl7pPr>
            <a:lvl8pPr lvl="7">
              <a:spcBef>
                <a:spcPts val="0"/>
              </a:spcBef>
              <a:spcAft>
                <a:spcPts val="0"/>
              </a:spcAft>
              <a:buClr>
                <a:srgbClr val="58A75B"/>
              </a:buClr>
              <a:buSzPts val="800"/>
              <a:buNone/>
              <a:defRPr sz="800">
                <a:solidFill>
                  <a:srgbClr val="58A75B"/>
                </a:solidFill>
              </a:defRPr>
            </a:lvl8pPr>
            <a:lvl9pPr lvl="8">
              <a:spcBef>
                <a:spcPts val="0"/>
              </a:spcBef>
              <a:spcAft>
                <a:spcPts val="0"/>
              </a:spcAft>
              <a:buClr>
                <a:srgbClr val="58A75B"/>
              </a:buClr>
              <a:buSzPts val="800"/>
              <a:buNone/>
              <a:defRPr sz="800">
                <a:solidFill>
                  <a:srgbClr val="58A75B"/>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úmero grande 1">
  <p:cSld name="BIG_NUMBER_1">
    <p:bg>
      <p:bgPr>
        <a:solidFill>
          <a:srgbClr val="FDE6FF"/>
        </a:solidFill>
        <a:effectLst/>
      </p:bgPr>
    </p:bg>
    <p:spTree>
      <p:nvGrpSpPr>
        <p:cNvPr id="1" name="Shape 318"/>
        <p:cNvGrpSpPr/>
        <p:nvPr/>
      </p:nvGrpSpPr>
      <p:grpSpPr>
        <a:xfrm>
          <a:off x="0" y="0"/>
          <a:ext cx="0" cy="0"/>
          <a:chOff x="0" y="0"/>
          <a:chExt cx="0" cy="0"/>
        </a:xfrm>
      </p:grpSpPr>
      <p:sp>
        <p:nvSpPr>
          <p:cNvPr id="319" name="Google Shape;319;p39"/>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grpSp>
        <p:nvGrpSpPr>
          <p:cNvPr id="320" name="Google Shape;320;p39"/>
          <p:cNvGrpSpPr/>
          <p:nvPr/>
        </p:nvGrpSpPr>
        <p:grpSpPr>
          <a:xfrm>
            <a:off x="-50" y="4601175"/>
            <a:ext cx="9144000" cy="551600"/>
            <a:chOff x="-50" y="4601175"/>
            <a:chExt cx="9144000" cy="551600"/>
          </a:xfrm>
        </p:grpSpPr>
        <p:sp>
          <p:nvSpPr>
            <p:cNvPr id="321" name="Google Shape;321;p39"/>
            <p:cNvSpPr/>
            <p:nvPr/>
          </p:nvSpPr>
          <p:spPr>
            <a:xfrm rot="10800000">
              <a:off x="-50" y="4761575"/>
              <a:ext cx="91440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22" name="Google Shape;322;p39"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grpSp>
      <p:pic>
        <p:nvPicPr>
          <p:cNvPr id="323" name="Google Shape;323;p39" title="GARN_IDV_elementos_cacto4.png"/>
          <p:cNvPicPr preferRelativeResize="0"/>
          <p:nvPr/>
        </p:nvPicPr>
        <p:blipFill>
          <a:blip r:embed="rId3">
            <a:alphaModFix/>
          </a:blip>
          <a:stretch>
            <a:fillRect/>
          </a:stretch>
        </p:blipFill>
        <p:spPr>
          <a:xfrm>
            <a:off x="468873" y="1547050"/>
            <a:ext cx="2302127" cy="3317924"/>
          </a:xfrm>
          <a:prstGeom prst="rect">
            <a:avLst/>
          </a:prstGeom>
          <a:noFill/>
          <a:ln>
            <a:noFill/>
          </a:ln>
        </p:spPr>
      </p:pic>
      <p:pic>
        <p:nvPicPr>
          <p:cNvPr id="324" name="Google Shape;324;p39" title="GARN_IDV_elementos_sol.png"/>
          <p:cNvPicPr preferRelativeResize="0"/>
          <p:nvPr/>
        </p:nvPicPr>
        <p:blipFill>
          <a:blip r:embed="rId4">
            <a:alphaModFix/>
          </a:blip>
          <a:stretch>
            <a:fillRect/>
          </a:stretch>
        </p:blipFill>
        <p:spPr>
          <a:xfrm>
            <a:off x="-360150" y="-436125"/>
            <a:ext cx="1623199" cy="1623224"/>
          </a:xfrm>
          <a:prstGeom prst="rect">
            <a:avLst/>
          </a:prstGeom>
          <a:noFill/>
          <a:ln>
            <a:noFill/>
          </a:ln>
        </p:spPr>
      </p:pic>
      <p:sp>
        <p:nvSpPr>
          <p:cNvPr id="325" name="Google Shape;325;p39"/>
          <p:cNvSpPr txBox="1">
            <a:spLocks noGrp="1"/>
          </p:cNvSpPr>
          <p:nvPr>
            <p:ph type="title"/>
          </p:nvPr>
        </p:nvSpPr>
        <p:spPr>
          <a:xfrm>
            <a:off x="3464500" y="1256625"/>
            <a:ext cx="4655100" cy="22650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sz="28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úmero grande 1 1">
  <p:cSld name="BIG_NUMBER_1_1">
    <p:bg>
      <p:bgPr>
        <a:solidFill>
          <a:srgbClr val="FFE6D9"/>
        </a:solidFill>
        <a:effectLst/>
      </p:bgPr>
    </p:bg>
    <p:spTree>
      <p:nvGrpSpPr>
        <p:cNvPr id="1" name="Shape 326"/>
        <p:cNvGrpSpPr/>
        <p:nvPr/>
      </p:nvGrpSpPr>
      <p:grpSpPr>
        <a:xfrm>
          <a:off x="0" y="0"/>
          <a:ext cx="0" cy="0"/>
          <a:chOff x="0" y="0"/>
          <a:chExt cx="0" cy="0"/>
        </a:xfrm>
      </p:grpSpPr>
      <p:pic>
        <p:nvPicPr>
          <p:cNvPr id="327" name="Google Shape;327;p40" title="GARN_IDV_elementos_posterosa.png"/>
          <p:cNvPicPr preferRelativeResize="0"/>
          <p:nvPr/>
        </p:nvPicPr>
        <p:blipFill>
          <a:blip r:embed="rId2">
            <a:alphaModFix/>
          </a:blip>
          <a:stretch>
            <a:fillRect/>
          </a:stretch>
        </p:blipFill>
        <p:spPr>
          <a:xfrm>
            <a:off x="325799" y="2899299"/>
            <a:ext cx="836524" cy="1924977"/>
          </a:xfrm>
          <a:prstGeom prst="rect">
            <a:avLst/>
          </a:prstGeom>
          <a:noFill/>
          <a:ln>
            <a:noFill/>
          </a:ln>
        </p:spPr>
      </p:pic>
      <p:sp>
        <p:nvSpPr>
          <p:cNvPr id="328" name="Google Shape;328;p40"/>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grpSp>
        <p:nvGrpSpPr>
          <p:cNvPr id="329" name="Google Shape;329;p40"/>
          <p:cNvGrpSpPr/>
          <p:nvPr/>
        </p:nvGrpSpPr>
        <p:grpSpPr>
          <a:xfrm>
            <a:off x="-50" y="4601175"/>
            <a:ext cx="9144000" cy="551600"/>
            <a:chOff x="-50" y="4601175"/>
            <a:chExt cx="9144000" cy="551600"/>
          </a:xfrm>
        </p:grpSpPr>
        <p:sp>
          <p:nvSpPr>
            <p:cNvPr id="330" name="Google Shape;330;p40"/>
            <p:cNvSpPr/>
            <p:nvPr/>
          </p:nvSpPr>
          <p:spPr>
            <a:xfrm rot="10800000">
              <a:off x="-50" y="4761575"/>
              <a:ext cx="91440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31" name="Google Shape;331;p40" title="GARN_IDV_elementos_rnbandeira.png"/>
            <p:cNvPicPr preferRelativeResize="0"/>
            <p:nvPr/>
          </p:nvPicPr>
          <p:blipFill>
            <a:blip r:embed="rId3">
              <a:alphaModFix/>
            </a:blip>
            <a:stretch>
              <a:fillRect/>
            </a:stretch>
          </p:blipFill>
          <p:spPr>
            <a:xfrm>
              <a:off x="181175" y="4601175"/>
              <a:ext cx="693400" cy="399349"/>
            </a:xfrm>
            <a:prstGeom prst="rect">
              <a:avLst/>
            </a:prstGeom>
            <a:noFill/>
            <a:ln>
              <a:noFill/>
            </a:ln>
          </p:spPr>
        </p:pic>
      </p:grpSp>
      <p:pic>
        <p:nvPicPr>
          <p:cNvPr id="332" name="Google Shape;332;p40" title="GARN_IDV_elementos_posterosa.png"/>
          <p:cNvPicPr preferRelativeResize="0"/>
          <p:nvPr/>
        </p:nvPicPr>
        <p:blipFill>
          <a:blip r:embed="rId2">
            <a:alphaModFix/>
          </a:blip>
          <a:stretch>
            <a:fillRect/>
          </a:stretch>
        </p:blipFill>
        <p:spPr>
          <a:xfrm>
            <a:off x="851848" y="1479449"/>
            <a:ext cx="1453550" cy="3344824"/>
          </a:xfrm>
          <a:prstGeom prst="rect">
            <a:avLst/>
          </a:prstGeom>
          <a:noFill/>
          <a:ln>
            <a:noFill/>
          </a:ln>
        </p:spPr>
      </p:pic>
      <p:pic>
        <p:nvPicPr>
          <p:cNvPr id="333" name="Google Shape;333;p40" title="GARN_IDV_elementos_sol.png"/>
          <p:cNvPicPr preferRelativeResize="0"/>
          <p:nvPr/>
        </p:nvPicPr>
        <p:blipFill>
          <a:blip r:embed="rId4">
            <a:alphaModFix/>
          </a:blip>
          <a:stretch>
            <a:fillRect/>
          </a:stretch>
        </p:blipFill>
        <p:spPr>
          <a:xfrm>
            <a:off x="-360150" y="-436125"/>
            <a:ext cx="1623199" cy="1623224"/>
          </a:xfrm>
          <a:prstGeom prst="rect">
            <a:avLst/>
          </a:prstGeom>
          <a:noFill/>
          <a:ln>
            <a:noFill/>
          </a:ln>
        </p:spPr>
      </p:pic>
      <p:sp>
        <p:nvSpPr>
          <p:cNvPr id="334" name="Google Shape;334;p40"/>
          <p:cNvSpPr txBox="1">
            <a:spLocks noGrp="1"/>
          </p:cNvSpPr>
          <p:nvPr>
            <p:ph type="title"/>
          </p:nvPr>
        </p:nvSpPr>
        <p:spPr>
          <a:xfrm>
            <a:off x="3464500" y="1256625"/>
            <a:ext cx="4655100" cy="22650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sz="28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35"/>
        <p:cNvGrpSpPr/>
        <p:nvPr/>
      </p:nvGrpSpPr>
      <p:grpSpPr>
        <a:xfrm>
          <a:off x="0" y="0"/>
          <a:ext cx="0" cy="0"/>
          <a:chOff x="0" y="0"/>
          <a:chExt cx="0" cy="0"/>
        </a:xfrm>
      </p:grpSpPr>
      <p:pic>
        <p:nvPicPr>
          <p:cNvPr id="336" name="Google Shape;336;p41" title="GARN_IDV_elementos_sol.png"/>
          <p:cNvPicPr preferRelativeResize="0"/>
          <p:nvPr/>
        </p:nvPicPr>
        <p:blipFill>
          <a:blip r:embed="rId2">
            <a:alphaModFix/>
          </a:blip>
          <a:stretch>
            <a:fillRect/>
          </a:stretch>
        </p:blipFill>
        <p:spPr>
          <a:xfrm>
            <a:off x="5498876" y="269326"/>
            <a:ext cx="2918851" cy="2918876"/>
          </a:xfrm>
          <a:prstGeom prst="rect">
            <a:avLst/>
          </a:prstGeom>
          <a:noFill/>
          <a:ln>
            <a:noFill/>
          </a:ln>
        </p:spPr>
      </p:pic>
      <p:sp>
        <p:nvSpPr>
          <p:cNvPr id="337" name="Google Shape;337;p41"/>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338" name="Google Shape;338;p41"/>
          <p:cNvSpPr/>
          <p:nvPr/>
        </p:nvSpPr>
        <p:spPr>
          <a:xfrm>
            <a:off x="50" y="1650325"/>
            <a:ext cx="9144000" cy="35139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pic>
        <p:nvPicPr>
          <p:cNvPr id="339" name="Google Shape;339;p41" title="AssinaturasRégua-grande---branco.png"/>
          <p:cNvPicPr preferRelativeResize="0"/>
          <p:nvPr/>
        </p:nvPicPr>
        <p:blipFill>
          <a:blip r:embed="rId3">
            <a:alphaModFix/>
          </a:blip>
          <a:stretch>
            <a:fillRect/>
          </a:stretch>
        </p:blipFill>
        <p:spPr>
          <a:xfrm>
            <a:off x="829014" y="3592325"/>
            <a:ext cx="7485972" cy="10892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rgbClr val="58A75B"/>
              </a:buClr>
              <a:buSzPts val="1600"/>
              <a:buFont typeface="Nunito"/>
              <a:buNone/>
              <a:defRPr sz="1600" b="1">
                <a:solidFill>
                  <a:srgbClr val="58A75B"/>
                </a:solidFill>
                <a:latin typeface="Nunito"/>
                <a:ea typeface="Nunito"/>
                <a:cs typeface="Nunito"/>
                <a:sym typeface="Nunito"/>
              </a:defRPr>
            </a:lvl1pPr>
            <a:lvl2pPr lvl="1">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2pPr>
            <a:lvl3pPr lvl="2">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3pPr>
            <a:lvl4pPr lvl="3">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4pPr>
            <a:lvl5pPr lvl="4">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5pPr>
            <a:lvl6pPr lvl="5">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6pPr>
            <a:lvl7pPr lvl="6">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7pPr>
            <a:lvl8pPr lvl="7">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8pPr>
            <a:lvl9pPr lvl="8">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1pPr>
            <a:lvl2pPr marL="914400" lvl="1" indent="-292100">
              <a:lnSpc>
                <a:spcPct val="115000"/>
              </a:lnSpc>
              <a:spcBef>
                <a:spcPts val="600"/>
              </a:spcBef>
              <a:spcAft>
                <a:spcPts val="0"/>
              </a:spcAft>
              <a:buClr>
                <a:srgbClr val="C4803F"/>
              </a:buClr>
              <a:buSzPts val="1000"/>
              <a:buFont typeface="Nunito"/>
              <a:buChar char="○"/>
              <a:defRPr sz="1000">
                <a:solidFill>
                  <a:srgbClr val="C4803F"/>
                </a:solidFill>
                <a:latin typeface="Nunito"/>
                <a:ea typeface="Nunito"/>
                <a:cs typeface="Nunito"/>
                <a:sym typeface="Nunito"/>
              </a:defRPr>
            </a:lvl2pPr>
            <a:lvl3pPr marL="1371600" lvl="2"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3pPr>
            <a:lvl4pPr marL="1828800" lvl="3"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4pPr>
            <a:lvl5pPr marL="2286000" lvl="4"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5pPr>
            <a:lvl6pPr marL="2743200" lvl="5"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6pPr>
            <a:lvl7pPr marL="3200400" lvl="6"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7pPr>
            <a:lvl8pPr marL="3657600" lvl="7"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8pPr>
            <a:lvl9pPr marL="4114800" lvl="8"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535925" y="4395200"/>
            <a:ext cx="485100" cy="379500"/>
          </a:xfrm>
          <a:prstGeom prst="rect">
            <a:avLst/>
          </a:prstGeom>
          <a:noFill/>
          <a:ln>
            <a:noFill/>
          </a:ln>
        </p:spPr>
        <p:txBody>
          <a:bodyPr spcFirstLastPara="1" wrap="square" lIns="91425" tIns="91425" rIns="91425" bIns="91425" anchor="ctr" anchorCtr="0">
            <a:normAutofit/>
          </a:bodyPr>
          <a:lstStyle>
            <a:lvl1pPr lvl="0" algn="r">
              <a:buNone/>
              <a:defRPr sz="1000">
                <a:solidFill>
                  <a:srgbClr val="58A75B"/>
                </a:solidFill>
                <a:latin typeface="Nunito"/>
                <a:ea typeface="Nunito"/>
                <a:cs typeface="Nunito"/>
                <a:sym typeface="Nunito"/>
              </a:defRPr>
            </a:lvl1pPr>
            <a:lvl2pPr lvl="1" algn="r">
              <a:buNone/>
              <a:defRPr sz="1000">
                <a:solidFill>
                  <a:srgbClr val="58A75B"/>
                </a:solidFill>
                <a:latin typeface="Nunito"/>
                <a:ea typeface="Nunito"/>
                <a:cs typeface="Nunito"/>
                <a:sym typeface="Nunito"/>
              </a:defRPr>
            </a:lvl2pPr>
            <a:lvl3pPr lvl="2" algn="r">
              <a:buNone/>
              <a:defRPr sz="1000">
                <a:solidFill>
                  <a:srgbClr val="58A75B"/>
                </a:solidFill>
                <a:latin typeface="Nunito"/>
                <a:ea typeface="Nunito"/>
                <a:cs typeface="Nunito"/>
                <a:sym typeface="Nunito"/>
              </a:defRPr>
            </a:lvl3pPr>
            <a:lvl4pPr lvl="3" algn="r">
              <a:buNone/>
              <a:defRPr sz="1000">
                <a:solidFill>
                  <a:srgbClr val="58A75B"/>
                </a:solidFill>
                <a:latin typeface="Nunito"/>
                <a:ea typeface="Nunito"/>
                <a:cs typeface="Nunito"/>
                <a:sym typeface="Nunito"/>
              </a:defRPr>
            </a:lvl4pPr>
            <a:lvl5pPr lvl="4" algn="r">
              <a:buNone/>
              <a:defRPr sz="1000">
                <a:solidFill>
                  <a:srgbClr val="58A75B"/>
                </a:solidFill>
                <a:latin typeface="Nunito"/>
                <a:ea typeface="Nunito"/>
                <a:cs typeface="Nunito"/>
                <a:sym typeface="Nunito"/>
              </a:defRPr>
            </a:lvl5pPr>
            <a:lvl6pPr lvl="5" algn="r">
              <a:buNone/>
              <a:defRPr sz="1000">
                <a:solidFill>
                  <a:srgbClr val="58A75B"/>
                </a:solidFill>
                <a:latin typeface="Nunito"/>
                <a:ea typeface="Nunito"/>
                <a:cs typeface="Nunito"/>
                <a:sym typeface="Nunito"/>
              </a:defRPr>
            </a:lvl6pPr>
            <a:lvl7pPr lvl="6" algn="r">
              <a:buNone/>
              <a:defRPr sz="1000">
                <a:solidFill>
                  <a:srgbClr val="58A75B"/>
                </a:solidFill>
                <a:latin typeface="Nunito"/>
                <a:ea typeface="Nunito"/>
                <a:cs typeface="Nunito"/>
                <a:sym typeface="Nunito"/>
              </a:defRPr>
            </a:lvl7pPr>
            <a:lvl8pPr lvl="7" algn="r">
              <a:buNone/>
              <a:defRPr sz="1000">
                <a:solidFill>
                  <a:srgbClr val="58A75B"/>
                </a:solidFill>
                <a:latin typeface="Nunito"/>
                <a:ea typeface="Nunito"/>
                <a:cs typeface="Nunito"/>
                <a:sym typeface="Nunito"/>
              </a:defRPr>
            </a:lvl8pPr>
            <a:lvl9pPr lvl="8" algn="r">
              <a:buNone/>
              <a:defRPr sz="1000">
                <a:solidFill>
                  <a:srgbClr val="58A75B"/>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9" r:id="rId2"/>
    <p:sldLayoutId id="2147483660" r:id="rId3"/>
    <p:sldLayoutId id="2147483661" r:id="rId4"/>
    <p:sldLayoutId id="2147483662" r:id="rId5"/>
    <p:sldLayoutId id="2147483663" r:id="rId6"/>
    <p:sldLayoutId id="2147483664" r:id="rId7"/>
    <p:sldLayoutId id="2147483670" r:id="rId8"/>
    <p:sldLayoutId id="2147483675" r:id="rId9"/>
    <p:sldLayoutId id="2147483679" r:id="rId10"/>
    <p:sldLayoutId id="2147483681" r:id="rId11"/>
    <p:sldLayoutId id="2147483685" r:id="rId12"/>
    <p:sldLayoutId id="2147483686" r:id="rId13"/>
    <p:sldLayoutId id="214748368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2"/>
          <p:cNvSpPr txBox="1">
            <a:spLocks noGrp="1"/>
          </p:cNvSpPr>
          <p:nvPr>
            <p:ph type="title"/>
          </p:nvPr>
        </p:nvSpPr>
        <p:spPr>
          <a:xfrm>
            <a:off x="1597624" y="1435429"/>
            <a:ext cx="3757157" cy="1293915"/>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pt-BR" sz="2800" dirty="0"/>
              <a:t>Avaliação de Desempenho 2025</a:t>
            </a:r>
            <a:endParaRPr sz="2800" dirty="0"/>
          </a:p>
        </p:txBody>
      </p:sp>
      <p:sp>
        <p:nvSpPr>
          <p:cNvPr id="345" name="Google Shape;345;p42"/>
          <p:cNvSpPr txBox="1">
            <a:spLocks noGrp="1"/>
          </p:cNvSpPr>
          <p:nvPr>
            <p:ph type="subTitle" idx="1"/>
          </p:nvPr>
        </p:nvSpPr>
        <p:spPr>
          <a:xfrm>
            <a:off x="1597624" y="2980707"/>
            <a:ext cx="6805157" cy="387000"/>
          </a:xfrm>
          <a:prstGeom prst="rect">
            <a:avLst/>
          </a:prstGeom>
        </p:spPr>
        <p:txBody>
          <a:bodyPr spcFirstLastPara="1" wrap="square" lIns="91425" tIns="91425" rIns="91425" bIns="91425" anchor="t" anchorCtr="0">
            <a:noAutofit/>
          </a:bodyPr>
          <a:lstStyle/>
          <a:p>
            <a:r>
              <a:rPr sz="1800" b="1"/>
              <a:t>Ramon Roseno Alves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62"/>
          <p:cNvSpPr txBox="1">
            <a:spLocks noGrp="1"/>
          </p:cNvSpPr>
          <p:nvPr>
            <p:ph type="title"/>
          </p:nvPr>
        </p:nvSpPr>
        <p:spPr>
          <a:xfrm>
            <a:off x="2629158" y="224461"/>
            <a:ext cx="6296373" cy="86312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pt-BR" dirty="0"/>
              <a:t>Competências Gerais</a:t>
            </a:r>
            <a:endParaRPr dirty="0"/>
          </a:p>
        </p:txBody>
      </p:sp>
      <p:sp>
        <p:nvSpPr>
          <p:cNvPr id="2" name="Google Shape;494;p69">
            <a:extLst>
              <a:ext uri="{FF2B5EF4-FFF2-40B4-BE49-F238E27FC236}">
                <a16:creationId xmlns:a16="http://schemas.microsoft.com/office/drawing/2014/main" id="{A3D62C18-6B73-72BF-AF36-F372BF65A6FD}"/>
              </a:ext>
            </a:extLst>
          </p:cNvPr>
          <p:cNvSpPr txBox="1">
            <a:spLocks/>
          </p:cNvSpPr>
          <p:nvPr/>
        </p:nvSpPr>
        <p:spPr>
          <a:xfrm>
            <a:off x="2629158" y="995686"/>
            <a:ext cx="2005652" cy="86312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Autoavaliação</a:t>
            </a:r>
          </a:p>
        </p:txBody>
      </p:sp>
      <p:sp>
        <p:nvSpPr>
          <p:cNvPr id="3" name="Google Shape;494;p69">
            <a:extLst>
              <a:ext uri="{FF2B5EF4-FFF2-40B4-BE49-F238E27FC236}">
                <a16:creationId xmlns:a16="http://schemas.microsoft.com/office/drawing/2014/main" id="{AE212427-3CF3-F982-717F-45AB13F517FE}"/>
              </a:ext>
            </a:extLst>
          </p:cNvPr>
          <p:cNvSpPr txBox="1">
            <a:spLocks/>
          </p:cNvSpPr>
          <p:nvPr/>
        </p:nvSpPr>
        <p:spPr>
          <a:xfrm>
            <a:off x="4634810" y="995686"/>
            <a:ext cx="2062466" cy="86311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Líderes</a:t>
            </a:r>
          </a:p>
        </p:txBody>
      </p:sp>
      <p:sp>
        <p:nvSpPr>
          <p:cNvPr id="4" name="Google Shape;494;p69">
            <a:extLst>
              <a:ext uri="{FF2B5EF4-FFF2-40B4-BE49-F238E27FC236}">
                <a16:creationId xmlns:a16="http://schemas.microsoft.com/office/drawing/2014/main" id="{CAF56A1F-502A-9BAE-6FEA-94017C33371B}"/>
              </a:ext>
            </a:extLst>
          </p:cNvPr>
          <p:cNvSpPr txBox="1">
            <a:spLocks/>
          </p:cNvSpPr>
          <p:nvPr/>
        </p:nvSpPr>
        <p:spPr>
          <a:xfrm>
            <a:off x="6697276" y="995685"/>
            <a:ext cx="2228255" cy="86311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Liderados</a:t>
            </a:r>
          </a:p>
        </p:txBody>
      </p:sp>
      <p:sp>
        <p:nvSpPr>
          <p:cNvPr id="6" name="Google Shape;494;p69">
            <a:extLst>
              <a:ext uri="{FF2B5EF4-FFF2-40B4-BE49-F238E27FC236}">
                <a16:creationId xmlns:a16="http://schemas.microsoft.com/office/drawing/2014/main" id="{5B6D0943-71A0-7942-6EC2-C5EC14CB0E04}"/>
              </a:ext>
            </a:extLst>
          </p:cNvPr>
          <p:cNvSpPr txBox="1">
            <a:spLocks/>
          </p:cNvSpPr>
          <p:nvPr/>
        </p:nvSpPr>
        <p:spPr>
          <a:xfrm>
            <a:off x="2629158" y="1330036"/>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4,3</a:t>
            </a:r>
          </a:p>
        </p:txBody>
      </p:sp>
      <p:sp>
        <p:nvSpPr>
          <p:cNvPr id="7" name="Google Shape;494;p69">
            <a:extLst>
              <a:ext uri="{FF2B5EF4-FFF2-40B4-BE49-F238E27FC236}">
                <a16:creationId xmlns:a16="http://schemas.microsoft.com/office/drawing/2014/main" id="{D2569DED-A19C-1FD4-E265-65271FD8CC93}"/>
              </a:ext>
            </a:extLst>
          </p:cNvPr>
          <p:cNvSpPr txBox="1">
            <a:spLocks/>
          </p:cNvSpPr>
          <p:nvPr/>
        </p:nvSpPr>
        <p:spPr>
          <a:xfrm>
            <a:off x="4663217" y="1330036"/>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2,5</a:t>
            </a:r>
          </a:p>
        </p:txBody>
      </p:sp>
      <p:sp>
        <p:nvSpPr>
          <p:cNvPr id="8" name="Google Shape;494;p69">
            <a:extLst>
              <a:ext uri="{FF2B5EF4-FFF2-40B4-BE49-F238E27FC236}">
                <a16:creationId xmlns:a16="http://schemas.microsoft.com/office/drawing/2014/main" id="{569F0DF1-BA32-E45E-4FC3-1235D790B963}"/>
              </a:ext>
            </a:extLst>
          </p:cNvPr>
          <p:cNvSpPr txBox="1">
            <a:spLocks/>
          </p:cNvSpPr>
          <p:nvPr/>
        </p:nvSpPr>
        <p:spPr>
          <a:xfrm>
            <a:off x="6808577" y="1330036"/>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pic>
        <p:nvPicPr>
          <p:cNvPr id="460" name="Picture 459" descr="radar_geral_2285358270960.png"/>
          <p:cNvPicPr>
            <a:picLocks noChangeAspect="1"/>
          </p:cNvPicPr>
          <p:nvPr/>
        </p:nvPicPr>
        <p:blipFill>
          <a:blip r:embed="rId3"/>
          <a:stretch>
            <a:fillRect/>
          </a:stretch>
        </p:blipFill>
        <p:spPr>
          <a:xfrm>
            <a:off x="2964873" y="1932709"/>
            <a:ext cx="5960658" cy="26046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Google Shape;459;p62">
            <a:extLst>
              <a:ext uri="{FF2B5EF4-FFF2-40B4-BE49-F238E27FC236}">
                <a16:creationId xmlns:a16="http://schemas.microsoft.com/office/drawing/2014/main" id="{43281DC7-3459-08A0-7F6A-BB54F5D6FA7E}"/>
              </a:ext>
            </a:extLst>
          </p:cNvPr>
          <p:cNvSpPr txBox="1">
            <a:spLocks noGrp="1"/>
          </p:cNvSpPr>
          <p:nvPr>
            <p:ph type="title"/>
          </p:nvPr>
        </p:nvSpPr>
        <p:spPr>
          <a:xfrm>
            <a:off x="2629158" y="224461"/>
            <a:ext cx="6296373" cy="86312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pt-BR" dirty="0"/>
              <a:t>Competências de Liderança</a:t>
            </a:r>
            <a:endParaRPr dirty="0"/>
          </a:p>
        </p:txBody>
      </p:sp>
      <p:sp>
        <p:nvSpPr>
          <p:cNvPr id="3" name="Google Shape;494;p69">
            <a:extLst>
              <a:ext uri="{FF2B5EF4-FFF2-40B4-BE49-F238E27FC236}">
                <a16:creationId xmlns:a16="http://schemas.microsoft.com/office/drawing/2014/main" id="{E4F56376-998C-709A-4016-152E6EB8108C}"/>
              </a:ext>
            </a:extLst>
          </p:cNvPr>
          <p:cNvSpPr txBox="1">
            <a:spLocks/>
          </p:cNvSpPr>
          <p:nvPr/>
        </p:nvSpPr>
        <p:spPr>
          <a:xfrm>
            <a:off x="2629158" y="995686"/>
            <a:ext cx="2005652" cy="86312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Autoavaliação</a:t>
            </a:r>
          </a:p>
        </p:txBody>
      </p:sp>
      <p:sp>
        <p:nvSpPr>
          <p:cNvPr id="4" name="Google Shape;494;p69">
            <a:extLst>
              <a:ext uri="{FF2B5EF4-FFF2-40B4-BE49-F238E27FC236}">
                <a16:creationId xmlns:a16="http://schemas.microsoft.com/office/drawing/2014/main" id="{CA7CF135-3A94-0ED4-BFE9-72B2CB411235}"/>
              </a:ext>
            </a:extLst>
          </p:cNvPr>
          <p:cNvSpPr txBox="1">
            <a:spLocks/>
          </p:cNvSpPr>
          <p:nvPr/>
        </p:nvSpPr>
        <p:spPr>
          <a:xfrm>
            <a:off x="4634810" y="995686"/>
            <a:ext cx="2062466" cy="86311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Líderes</a:t>
            </a:r>
          </a:p>
        </p:txBody>
      </p:sp>
      <p:sp>
        <p:nvSpPr>
          <p:cNvPr id="5" name="Google Shape;494;p69">
            <a:extLst>
              <a:ext uri="{FF2B5EF4-FFF2-40B4-BE49-F238E27FC236}">
                <a16:creationId xmlns:a16="http://schemas.microsoft.com/office/drawing/2014/main" id="{F4B9F17F-8E69-9940-675A-A6F7701A0EB9}"/>
              </a:ext>
            </a:extLst>
          </p:cNvPr>
          <p:cNvSpPr txBox="1">
            <a:spLocks/>
          </p:cNvSpPr>
          <p:nvPr/>
        </p:nvSpPr>
        <p:spPr>
          <a:xfrm>
            <a:off x="6697276" y="995685"/>
            <a:ext cx="2228255" cy="52876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Liderados</a:t>
            </a:r>
          </a:p>
        </p:txBody>
      </p:sp>
      <p:sp>
        <p:nvSpPr>
          <p:cNvPr id="7" name="Google Shape;494;p69">
            <a:extLst>
              <a:ext uri="{FF2B5EF4-FFF2-40B4-BE49-F238E27FC236}">
                <a16:creationId xmlns:a16="http://schemas.microsoft.com/office/drawing/2014/main" id="{0AA09AA7-2986-7A0E-41DB-C206555C6777}"/>
              </a:ext>
            </a:extLst>
          </p:cNvPr>
          <p:cNvSpPr txBox="1">
            <a:spLocks/>
          </p:cNvSpPr>
          <p:nvPr/>
        </p:nvSpPr>
        <p:spPr>
          <a:xfrm>
            <a:off x="2657565" y="1366989"/>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sp>
        <p:nvSpPr>
          <p:cNvPr id="8" name="Google Shape;494;p69">
            <a:extLst>
              <a:ext uri="{FF2B5EF4-FFF2-40B4-BE49-F238E27FC236}">
                <a16:creationId xmlns:a16="http://schemas.microsoft.com/office/drawing/2014/main" id="{170E24E1-93AE-63DB-CA7C-98ED3429E8EC}"/>
              </a:ext>
            </a:extLst>
          </p:cNvPr>
          <p:cNvSpPr txBox="1">
            <a:spLocks/>
          </p:cNvSpPr>
          <p:nvPr/>
        </p:nvSpPr>
        <p:spPr>
          <a:xfrm>
            <a:off x="4663217" y="1366989"/>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sp>
        <p:nvSpPr>
          <p:cNvPr id="9" name="Google Shape;494;p69">
            <a:extLst>
              <a:ext uri="{FF2B5EF4-FFF2-40B4-BE49-F238E27FC236}">
                <a16:creationId xmlns:a16="http://schemas.microsoft.com/office/drawing/2014/main" id="{FAC42052-1087-55EA-3A41-067FA2E63941}"/>
              </a:ext>
            </a:extLst>
          </p:cNvPr>
          <p:cNvSpPr txBox="1">
            <a:spLocks/>
          </p:cNvSpPr>
          <p:nvPr/>
        </p:nvSpPr>
        <p:spPr>
          <a:xfrm>
            <a:off x="6754090" y="1366989"/>
            <a:ext cx="2005652" cy="528768"/>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pic>
        <p:nvPicPr>
          <p:cNvPr id="10" name="Picture 9" descr="radar_lideranca_2285358270960.png"/>
          <p:cNvPicPr>
            <a:picLocks noChangeAspect="1"/>
          </p:cNvPicPr>
          <p:nvPr/>
        </p:nvPicPr>
        <p:blipFill>
          <a:blip r:embed="rId3"/>
          <a:stretch>
            <a:fillRect/>
          </a:stretch>
        </p:blipFill>
        <p:spPr>
          <a:xfrm>
            <a:off x="2964873" y="1932709"/>
            <a:ext cx="5960658" cy="26046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58"/>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Detalhamento das competências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75"/>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CF4E36FA-1998-B53B-5CC5-51B736E1DC1D}"/>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como os desafios cotidianos estão relacionados a contextos mais amplos, do Estado e da política educacional.</a:t>
            </a:r>
          </a:p>
        </p:txBody>
      </p:sp>
      <p:pic>
        <p:nvPicPr>
          <p:cNvPr id="536" name="Picture 535" descr="VS_1_2285358270960.png"/>
          <p:cNvPicPr>
            <a:picLocks noChangeAspect="1"/>
          </p:cNvPicPr>
          <p:nvPr/>
        </p:nvPicPr>
        <p:blipFill>
          <a:blip r:embed="rId3"/>
          <a:stretch>
            <a:fillRect/>
          </a:stretch>
        </p:blipFill>
        <p:spPr>
          <a:xfrm>
            <a:off x="3422073" y="1063053"/>
            <a:ext cx="5320145" cy="369598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EB419A44-2583-B2EA-7CA2-7DD4680B3AEB}"/>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0644C91C-8548-2165-4F14-5417A401BA01}"/>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F2D9DD7D-7B17-6D86-FEE8-A310A9092FAA}"/>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e compartilha com o time possíveis ferramentas e soluções para o andamento do projeto.</a:t>
            </a:r>
          </a:p>
        </p:txBody>
      </p:sp>
      <p:pic>
        <p:nvPicPr>
          <p:cNvPr id="536" name="Picture 535" descr="VS_2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864127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E812BC5D-E166-255F-5D1E-97246B277CF1}"/>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B924794C-503E-3F4F-C251-F5326FE5EE56}"/>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951FB12E-8076-F687-0728-2130BBFD9FD6}"/>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Entende e colabora com as demais frentes do projeto, quando há oportunidade de trocas e compartilhamentos.</a:t>
            </a:r>
          </a:p>
        </p:txBody>
      </p:sp>
      <p:pic>
        <p:nvPicPr>
          <p:cNvPr id="536" name="Picture 535" descr="VS_3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738091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CC998D59-5344-BC91-1216-48EC64DDF93E}"/>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0FF5C803-2EF6-7EAC-9910-7A48EAE6EA2D}"/>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643D1804-5D8D-F0C6-C990-C0663C7CBCAF}"/>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Demonstra compreensão do impacto do seu trabalho nos objetivos do time e da empresa.</a:t>
            </a:r>
          </a:p>
        </p:txBody>
      </p:sp>
      <p:pic>
        <p:nvPicPr>
          <p:cNvPr id="536" name="Picture 535" descr="VS_1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234168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76"/>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Gestão e Liderança</a:t>
            </a:r>
            <a:endParaRPr dirty="0"/>
          </a:p>
        </p:txBody>
      </p:sp>
      <p:sp>
        <p:nvSpPr>
          <p:cNvPr id="2" name="Google Shape;494;p69">
            <a:extLst>
              <a:ext uri="{FF2B5EF4-FFF2-40B4-BE49-F238E27FC236}">
                <a16:creationId xmlns:a16="http://schemas.microsoft.com/office/drawing/2014/main" id="{ECE26579-9ED8-0F68-0500-A9BECA6B674C}"/>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8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Mantém o canal aberto para troca, de forma que todos sintam-se à vontade de pedir direcionamentos e propor soluções.</a:t>
            </a:r>
          </a:p>
        </p:txBody>
      </p:sp>
      <p:pic>
        <p:nvPicPr>
          <p:cNvPr id="542" name="Picture 541" descr="GL_1_2285358270960.png"/>
          <p:cNvPicPr>
            <a:picLocks noChangeAspect="1"/>
          </p:cNvPicPr>
          <p:nvPr/>
        </p:nvPicPr>
        <p:blipFill>
          <a:blip r:embed="rId3"/>
          <a:stretch>
            <a:fillRect/>
          </a:stretch>
        </p:blipFill>
        <p:spPr>
          <a:xfrm>
            <a:off x="3422073" y="1063053"/>
            <a:ext cx="5320145" cy="369598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752554A9-8B8B-FC49-655C-5462A490DE07}"/>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CC6D925D-155E-58BE-A826-FF00098EA7DE}"/>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Gestão e Liderança</a:t>
            </a:r>
            <a:endParaRPr dirty="0"/>
          </a:p>
        </p:txBody>
      </p:sp>
      <p:sp>
        <p:nvSpPr>
          <p:cNvPr id="2" name="Google Shape;494;p69">
            <a:extLst>
              <a:ext uri="{FF2B5EF4-FFF2-40B4-BE49-F238E27FC236}">
                <a16:creationId xmlns:a16="http://schemas.microsoft.com/office/drawing/2014/main" id="{26EB29E9-082C-9C18-A72D-1E88AB78C9AA}"/>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Incentiva e colabora com as pessoas em suas jornadas de aprendizagem.</a:t>
            </a:r>
          </a:p>
        </p:txBody>
      </p:sp>
      <p:pic>
        <p:nvPicPr>
          <p:cNvPr id="542" name="Picture 541" descr="GL_2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278890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B8E95000-0196-6D42-0F8E-232F66C9808C}"/>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E6DD40CA-258B-DB8F-07B1-233566E781F9}"/>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Gestão e Liderança</a:t>
            </a:r>
            <a:endParaRPr dirty="0"/>
          </a:p>
        </p:txBody>
      </p:sp>
      <p:sp>
        <p:nvSpPr>
          <p:cNvPr id="2" name="Google Shape;494;p69">
            <a:extLst>
              <a:ext uri="{FF2B5EF4-FFF2-40B4-BE49-F238E27FC236}">
                <a16:creationId xmlns:a16="http://schemas.microsoft.com/office/drawing/2014/main" id="{577AC33F-4D56-EFA2-2734-94D4C7EF8432}"/>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Tem uma boa autogestão do seu tempo e das suas prioridades.</a:t>
            </a:r>
          </a:p>
        </p:txBody>
      </p:sp>
      <p:pic>
        <p:nvPicPr>
          <p:cNvPr id="542" name="Picture 541" descr="GL_3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740283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4A960EEF-D7BE-686A-57DD-4CAECE526E59}"/>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8E38F94C-E94E-6303-2A32-E85F8BA6D82F}"/>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Relacionamento</a:t>
            </a:r>
            <a:endParaRPr dirty="0"/>
          </a:p>
        </p:txBody>
      </p:sp>
      <p:sp>
        <p:nvSpPr>
          <p:cNvPr id="3" name="Google Shape;494;p69">
            <a:extLst>
              <a:ext uri="{FF2B5EF4-FFF2-40B4-BE49-F238E27FC236}">
                <a16:creationId xmlns:a16="http://schemas.microsoft.com/office/drawing/2014/main" id="{9E83F5E6-6D86-3035-17A7-5DEC0D0CCF7C}"/>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Cativa os parceiros e constrói uma relação de parceria virtuosa e duradoura.</a:t>
            </a:r>
          </a:p>
        </p:txBody>
      </p:sp>
      <p:pic>
        <p:nvPicPr>
          <p:cNvPr id="536" name="Picture 535" descr="REL_1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450430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A2994483-A0B9-6F72-7BFE-E66C3C8BC80A}"/>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760B10EE-8E70-A946-2EF2-5572E3D32C57}"/>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Relacionamento</a:t>
            </a:r>
            <a:endParaRPr dirty="0"/>
          </a:p>
        </p:txBody>
      </p:sp>
      <p:sp>
        <p:nvSpPr>
          <p:cNvPr id="3" name="Google Shape;494;p69">
            <a:extLst>
              <a:ext uri="{FF2B5EF4-FFF2-40B4-BE49-F238E27FC236}">
                <a16:creationId xmlns:a16="http://schemas.microsoft.com/office/drawing/2014/main" id="{0AFA315D-3852-D6D3-6429-B7D378B7D44B}"/>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Cria vínculos profissionais de confiança, é aberto e se torna uma referência positiva para os parceiros.</a:t>
            </a:r>
          </a:p>
        </p:txBody>
      </p:sp>
      <p:pic>
        <p:nvPicPr>
          <p:cNvPr id="536" name="Picture 535" descr="REL_2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458657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93AED10C-7176-4021-7DD4-EAAE4AD6A936}"/>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465F90E7-ABC7-A8EF-628B-513E9B828A85}"/>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Comunicação</a:t>
            </a:r>
            <a:endParaRPr dirty="0"/>
          </a:p>
        </p:txBody>
      </p:sp>
      <p:sp>
        <p:nvSpPr>
          <p:cNvPr id="2" name="Google Shape;494;p69">
            <a:extLst>
              <a:ext uri="{FF2B5EF4-FFF2-40B4-BE49-F238E27FC236}">
                <a16:creationId xmlns:a16="http://schemas.microsoft.com/office/drawing/2014/main" id="{4D175FD5-BC2F-83AD-72C8-2CD422A08EAF}"/>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É assertivo, consegue passar de forma objetiva a ideia que deseja.</a:t>
            </a:r>
          </a:p>
        </p:txBody>
      </p:sp>
      <p:pic>
        <p:nvPicPr>
          <p:cNvPr id="542" name="Picture 541" descr="COM_1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542443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3F29A92B-7F5F-1944-9BA9-0ADB436789D5}"/>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BB9EEC4B-866A-FA42-772B-493E0B29AAD6}"/>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Comunicação</a:t>
            </a:r>
            <a:endParaRPr dirty="0"/>
          </a:p>
        </p:txBody>
      </p:sp>
      <p:sp>
        <p:nvSpPr>
          <p:cNvPr id="2" name="Google Shape;494;p69">
            <a:extLst>
              <a:ext uri="{FF2B5EF4-FFF2-40B4-BE49-F238E27FC236}">
                <a16:creationId xmlns:a16="http://schemas.microsoft.com/office/drawing/2014/main" id="{688C15FC-0D9F-40E0-2A89-3E96B9A0275C}"/>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Se comunica de forma clara, aberta e não violenta.</a:t>
            </a:r>
          </a:p>
        </p:txBody>
      </p:sp>
      <p:pic>
        <p:nvPicPr>
          <p:cNvPr id="542" name="Picture 541" descr="COM_2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155531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D2527BA0-CFC4-E688-E698-68D00C54988D}"/>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1F0DA609-CFC3-4210-E34B-4B5C18B368C2}"/>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Comunicação</a:t>
            </a:r>
            <a:endParaRPr dirty="0"/>
          </a:p>
        </p:txBody>
      </p:sp>
      <p:sp>
        <p:nvSpPr>
          <p:cNvPr id="2" name="Google Shape;494;p69">
            <a:extLst>
              <a:ext uri="{FF2B5EF4-FFF2-40B4-BE49-F238E27FC236}">
                <a16:creationId xmlns:a16="http://schemas.microsoft.com/office/drawing/2014/main" id="{E6BFF6DE-4F66-1220-6375-E1B2024875E2}"/>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Percebe a importância da comunicação não verbal e o impacto no ambiente de trabalho, prezando por uma postura profissional, ética e adequada aos ambientes profissionais em que está inserido.</a:t>
            </a:r>
          </a:p>
        </p:txBody>
      </p:sp>
      <p:pic>
        <p:nvPicPr>
          <p:cNvPr id="542" name="Picture 541" descr="COM_2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4076137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3EC43D09-A0E2-24BD-4582-5C799907834A}"/>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18D3D5C7-1502-D701-8243-A29511DB4CAB}"/>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Aprendizagem e Desenvolvimento</a:t>
            </a:r>
            <a:endParaRPr dirty="0"/>
          </a:p>
        </p:txBody>
      </p:sp>
      <p:sp>
        <p:nvSpPr>
          <p:cNvPr id="3" name="Google Shape;494;p69">
            <a:extLst>
              <a:ext uri="{FF2B5EF4-FFF2-40B4-BE49-F238E27FC236}">
                <a16:creationId xmlns:a16="http://schemas.microsoft.com/office/drawing/2014/main" id="{C9151736-E37A-8F6C-C62B-9633D2EC7F3C}"/>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Compartilha a própria experiência, conhecimentos especializados e boas práticas com outros(as) colaboradores(as).</a:t>
            </a:r>
          </a:p>
        </p:txBody>
      </p:sp>
      <p:pic>
        <p:nvPicPr>
          <p:cNvPr id="536" name="Picture 535" descr="AD_1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3099670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6F4E1673-0D49-D585-7C75-0383EC9ECDA1}"/>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4AC282D3-F17C-9ABB-EB92-3F3065C74C74}"/>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lvl="0"/>
            <a:r>
              <a:rPr lang="pt-BR" dirty="0"/>
              <a:t>Aprendizagem e Desenvolvimento</a:t>
            </a:r>
            <a:endParaRPr dirty="0"/>
          </a:p>
        </p:txBody>
      </p:sp>
      <p:sp>
        <p:nvSpPr>
          <p:cNvPr id="3" name="Google Shape;494;p69">
            <a:extLst>
              <a:ext uri="{FF2B5EF4-FFF2-40B4-BE49-F238E27FC236}">
                <a16:creationId xmlns:a16="http://schemas.microsoft.com/office/drawing/2014/main" id="{FBE1B230-D0EE-8D23-11DD-55A3D3C20CB6}"/>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e utiliza conhecimentos de fontes internas e externas no trabalho para potencializar a sua atuação profissional.</a:t>
            </a:r>
          </a:p>
        </p:txBody>
      </p:sp>
      <p:pic>
        <p:nvPicPr>
          <p:cNvPr id="536" name="Picture 535" descr="AD_1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678866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A01AC423-2F2B-6DC7-5594-B610119E0C0F}"/>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D4F3B2F5-A82F-9D39-DA7D-651D70E261A4}"/>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lvl="0"/>
            <a:r>
              <a:rPr lang="pt-BR" dirty="0"/>
              <a:t>Aprendizagem e Desenvolvimento</a:t>
            </a:r>
            <a:endParaRPr dirty="0"/>
          </a:p>
        </p:txBody>
      </p:sp>
      <p:sp>
        <p:nvSpPr>
          <p:cNvPr id="3" name="Google Shape;494;p69">
            <a:extLst>
              <a:ext uri="{FF2B5EF4-FFF2-40B4-BE49-F238E27FC236}">
                <a16:creationId xmlns:a16="http://schemas.microsoft.com/office/drawing/2014/main" id="{3E8C0B9C-32A1-26CD-C652-CB7AF5F2F980}"/>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Busca se desenvolver em conhecimentos que percebe que são necessário e que ainda representam lacunas na sua atuação.</a:t>
            </a:r>
          </a:p>
        </p:txBody>
      </p:sp>
      <p:pic>
        <p:nvPicPr>
          <p:cNvPr id="536" name="Picture 535" descr="AD_3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481614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19081224-3C21-7300-002D-E8B4B5F289AA}"/>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CA858665-5E51-2587-E227-945F9284FD74}"/>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lvl="0"/>
            <a:r>
              <a:rPr lang="pt-BR" dirty="0"/>
              <a:t>Aprendizagem e Desenvolvimento</a:t>
            </a:r>
            <a:endParaRPr dirty="0"/>
          </a:p>
        </p:txBody>
      </p:sp>
      <p:sp>
        <p:nvSpPr>
          <p:cNvPr id="3" name="Google Shape;494;p69">
            <a:extLst>
              <a:ext uri="{FF2B5EF4-FFF2-40B4-BE49-F238E27FC236}">
                <a16:creationId xmlns:a16="http://schemas.microsoft.com/office/drawing/2014/main" id="{CDE2B152-4349-26CD-DCC0-13A6EEC444FB}"/>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Tem autonomia no próprio desenvolvimento e aprendizado.</a:t>
            </a:r>
          </a:p>
        </p:txBody>
      </p:sp>
      <p:pic>
        <p:nvPicPr>
          <p:cNvPr id="536" name="Picture 535" descr="AD_4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509659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F1786AFE-D794-730A-39C1-7885C663CCE6}"/>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A2DB8F65-0FF9-37D3-B291-43E82A847CBD}"/>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Execução</a:t>
            </a:r>
            <a:endParaRPr dirty="0"/>
          </a:p>
        </p:txBody>
      </p:sp>
      <p:sp>
        <p:nvSpPr>
          <p:cNvPr id="2" name="Google Shape;494;p69">
            <a:extLst>
              <a:ext uri="{FF2B5EF4-FFF2-40B4-BE49-F238E27FC236}">
                <a16:creationId xmlns:a16="http://schemas.microsoft.com/office/drawing/2014/main" id="{0D462921-5E91-B75E-3CE7-61C1E9481336}"/>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encaminha, endereça e resolve as dificuldades encontradas no dia a dia.</a:t>
            </a:r>
          </a:p>
        </p:txBody>
      </p:sp>
      <p:pic>
        <p:nvPicPr>
          <p:cNvPr id="542" name="Picture 541" descr="EX_1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725565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08180E11-0D4C-FFEA-70BE-E17E8B9237AE}"/>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1E324675-03EE-5B52-72EC-6ED86DA2833F}"/>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Execução</a:t>
            </a:r>
            <a:endParaRPr dirty="0"/>
          </a:p>
        </p:txBody>
      </p:sp>
      <p:sp>
        <p:nvSpPr>
          <p:cNvPr id="2" name="Google Shape;494;p69">
            <a:extLst>
              <a:ext uri="{FF2B5EF4-FFF2-40B4-BE49-F238E27FC236}">
                <a16:creationId xmlns:a16="http://schemas.microsoft.com/office/drawing/2014/main" id="{A3970CAA-9BDE-28EC-D6B1-7F45815E9EF2}"/>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Sabe lidar com questões conjunturais e imprevistos, compreendendo as necessidades do projeto e realiza as alterações de rota quando necessário, conseguindo entregar valor aos clientes.</a:t>
            </a:r>
          </a:p>
        </p:txBody>
      </p:sp>
      <p:pic>
        <p:nvPicPr>
          <p:cNvPr id="542" name="Picture 541" descr="EX_2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553556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B25AA1DE-A2EF-7B24-6023-C3606538910B}"/>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6C0D5C13-A912-71AD-EAB9-666CD79C77D0}"/>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Execução</a:t>
            </a:r>
            <a:endParaRPr dirty="0"/>
          </a:p>
        </p:txBody>
      </p:sp>
      <p:sp>
        <p:nvSpPr>
          <p:cNvPr id="2" name="Google Shape;494;p69">
            <a:extLst>
              <a:ext uri="{FF2B5EF4-FFF2-40B4-BE49-F238E27FC236}">
                <a16:creationId xmlns:a16="http://schemas.microsoft.com/office/drawing/2014/main" id="{EF50E948-9439-ADFB-5604-0BD5D82D7421}"/>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Transforma ideias em ações concretas que contribuam com melhorias e resultados do projeto.</a:t>
            </a:r>
          </a:p>
        </p:txBody>
      </p:sp>
      <p:pic>
        <p:nvPicPr>
          <p:cNvPr id="542" name="Picture 541" descr="EX_2_2285358270960.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934935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61"/>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Questões Abertas</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9"/>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Pontos Fortes:</a:t>
            </a:r>
            <a:br>
              <a:rPr lang="pt-BR" dirty="0"/>
            </a:br>
            <a:r>
              <a:rPr lang="pt-BR" dirty="0"/>
              <a:t>Autoavaliação</a:t>
            </a:r>
            <a:endParaRPr dirty="0"/>
          </a:p>
        </p:txBody>
      </p:sp>
      <p:sp>
        <p:nvSpPr>
          <p:cNvPr id="495" name="Google Shape;495;p69"/>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Acredito que meus principais pontos fortes sejam o comprometimento com as ações do projeto, a responsabilidade com prazos e resultados, a facilidade no diálogo com professores e gestores e o olhar pedagógico sempre voltado para a aprendizagem dos estudantes. Destaco também a escuta, a organização, a ética e a disposição constante para aprender, colaborar e contribuir com a equipe.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2" name="Google Shape;494;p69">
            <a:extLst>
              <a:ext uri="{FF2B5EF4-FFF2-40B4-BE49-F238E27FC236}">
                <a16:creationId xmlns:a16="http://schemas.microsoft.com/office/drawing/2014/main" id="{B1BF15D9-F1CB-A43D-4959-306E2FDA3DC9}"/>
              </a:ext>
            </a:extLst>
          </p:cNvPr>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Pontos Fortes:</a:t>
            </a:r>
            <a:br>
              <a:rPr lang="pt-BR" dirty="0"/>
            </a:br>
            <a:r>
              <a:rPr lang="pt-BR" dirty="0"/>
              <a:t>Respondido pela Liderança</a:t>
            </a:r>
            <a:endParaRPr dirty="0"/>
          </a:p>
        </p:txBody>
      </p:sp>
      <p:sp>
        <p:nvSpPr>
          <p:cNvPr id="3" name="Google Shape;495;p69">
            <a:extLst>
              <a:ext uri="{FF2B5EF4-FFF2-40B4-BE49-F238E27FC236}">
                <a16:creationId xmlns:a16="http://schemas.microsoft.com/office/drawing/2014/main" id="{6A8A7C1B-10D1-3529-3C4B-2FB512C09F27}"/>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1. Criatividade: Demonstrar capacidade de propor ideias novas e inovadoras, trazendo perspectivas diferentes e colaborando para aprimorar processos e soluções no ambiente de trabalho.</a:t>
            </a:r>
          </a:p>
          <a:p/>
          <a:p>
            <a:r>
              <a:t>2. Cumprimento das Obrigações: O colaborador demonstra comprometimento com o cumprimento de suas obrigações, atendendo às demandas sob sua responsabilidade dentro dos prazos estabelecidos e conforme as orientações definidas. Mantém responsabilidade e constância na execução das atividades, contribuindo para o andamento adequado das ações do projeto.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4" name="Google Shape;494;p69">
            <a:extLst>
              <a:ext uri="{FF2B5EF4-FFF2-40B4-BE49-F238E27FC236}">
                <a16:creationId xmlns:a16="http://schemas.microsoft.com/office/drawing/2014/main" id="{E657CD64-7829-73BF-341D-05157CDF7318}"/>
              </a:ext>
            </a:extLst>
          </p:cNvPr>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Pontos Fortes:</a:t>
            </a:r>
            <a:br>
              <a:rPr lang="pt-BR" dirty="0"/>
            </a:br>
            <a:r>
              <a:rPr lang="pt-BR" dirty="0"/>
              <a:t>Respondido pelos Liderados</a:t>
            </a:r>
            <a:endParaRPr dirty="0"/>
          </a:p>
        </p:txBody>
      </p:sp>
      <p:sp>
        <p:nvSpPr>
          <p:cNvPr id="5" name="Google Shape;495;p69">
            <a:extLst>
              <a:ext uri="{FF2B5EF4-FFF2-40B4-BE49-F238E27FC236}">
                <a16:creationId xmlns:a16="http://schemas.microsoft.com/office/drawing/2014/main" id="{A15A85E3-60FB-9E2C-F498-FC2ECE2B328E}"/>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Não se aplica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72"/>
          <p:cNvSpPr txBox="1">
            <a:spLocks noGrp="1"/>
          </p:cNvSpPr>
          <p:nvPr>
            <p:ph type="title"/>
          </p:nvPr>
        </p:nvSpPr>
        <p:spPr>
          <a:xfrm>
            <a:off x="761275" y="192125"/>
            <a:ext cx="5400600" cy="682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Oportunidades de Desenvolvimento:</a:t>
            </a:r>
            <a:br>
              <a:rPr lang="pt-BR" dirty="0"/>
            </a:br>
            <a:r>
              <a:rPr lang="pt-BR" dirty="0"/>
              <a:t>Autoavaliação</a:t>
            </a:r>
            <a:endParaRPr dirty="0"/>
          </a:p>
        </p:txBody>
      </p:sp>
      <p:sp>
        <p:nvSpPr>
          <p:cNvPr id="2" name="Google Shape;495;p69">
            <a:extLst>
              <a:ext uri="{FF2B5EF4-FFF2-40B4-BE49-F238E27FC236}">
                <a16:creationId xmlns:a16="http://schemas.microsoft.com/office/drawing/2014/main" id="{AB23CA61-4BB9-257C-6E00-6870B7656E40}"/>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Nos próximos meses, desejo desenvolver ainda mais minhas competências em planejamento estratégico, no uso de dados educacionais para a tomada de decisão e no fortalecimento da comunicação institucional. Também quero ampliar minhas habilidades na formação de professores. No campo profissional, pretendo avançar nos estudos do doutorado, aprofundando minhas pesquisas, além de fortalecer minha atuação como formador e gestor na área educacional.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2" name="Google Shape;515;p72">
            <a:extLst>
              <a:ext uri="{FF2B5EF4-FFF2-40B4-BE49-F238E27FC236}">
                <a16:creationId xmlns:a16="http://schemas.microsoft.com/office/drawing/2014/main" id="{9D2C1F01-8A14-60F1-7C89-2DCCBA7A12FF}"/>
              </a:ext>
            </a:extLst>
          </p:cNvPr>
          <p:cNvSpPr txBox="1">
            <a:spLocks noGrp="1"/>
          </p:cNvSpPr>
          <p:nvPr>
            <p:ph type="title"/>
          </p:nvPr>
        </p:nvSpPr>
        <p:spPr>
          <a:xfrm>
            <a:off x="761275" y="192125"/>
            <a:ext cx="5400600" cy="682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solidFill>
                  <a:srgbClr val="00A6DC"/>
                </a:solidFill>
              </a:rPr>
              <a:t>Oportunidades de Desenvolvimento:</a:t>
            </a:r>
            <a:br>
              <a:rPr lang="pt-BR" dirty="0">
                <a:solidFill>
                  <a:srgbClr val="00A6DC"/>
                </a:solidFill>
              </a:rPr>
            </a:br>
            <a:r>
              <a:rPr lang="pt-BR" dirty="0">
                <a:solidFill>
                  <a:srgbClr val="00A6DC"/>
                </a:solidFill>
              </a:rPr>
              <a:t>Respondido pela Liderança</a:t>
            </a:r>
            <a:endParaRPr dirty="0">
              <a:solidFill>
                <a:srgbClr val="00A6DC"/>
              </a:solidFill>
            </a:endParaRPr>
          </a:p>
        </p:txBody>
      </p:sp>
      <p:sp>
        <p:nvSpPr>
          <p:cNvPr id="3" name="Google Shape;495;p69">
            <a:extLst>
              <a:ext uri="{FF2B5EF4-FFF2-40B4-BE49-F238E27FC236}">
                <a16:creationId xmlns:a16="http://schemas.microsoft.com/office/drawing/2014/main" id="{4D2771D3-5C4A-6DA5-2B00-41083A703C89}"/>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1. Clareza sobre Atribuições: Observa-se desatenção no acompanhamento e na compreensão das informações relacionadas às próprias atribuições, o que gera dúvidas recorrentes sobre responsabilidades e escopo de atuação. Essa falta de atenção pode comprometer o alinhamento das ações, demandando reforços constantes de orientação e acompanhamento.</a:t>
            </a:r>
          </a:p>
          <a:p/>
          <a:p>
            <a:r>
              <a:t>2. Capacidade de Mediação: Apresenta dificuldades em atuar como mediador em situações de divergência, demonstrando limitação na escuta das partes envolvidas e na condução de diálogos equilibrados. Em alguns contextos, a falta de posicionamento claro ou de encaminhamentos objetivos contribui para a manutenção de conflitos e desalinhamentos.</a:t>
            </a:r>
          </a:p>
          <a:p/>
          <a:p>
            <a:r>
              <a:t>3. Postura Estratégica: Demonstra fragilidades na adoção de uma postura estratégica, atuando de forma mais re...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9A9797EA-2C72-A077-F91D-ABCFAC6A982B}"/>
            </a:ext>
          </a:extLst>
        </p:cNvPr>
        <p:cNvGrpSpPr/>
        <p:nvPr/>
      </p:nvGrpSpPr>
      <p:grpSpPr>
        <a:xfrm>
          <a:off x="0" y="0"/>
          <a:ext cx="0" cy="0"/>
          <a:chOff x="0" y="0"/>
          <a:chExt cx="0" cy="0"/>
        </a:xfrm>
      </p:grpSpPr>
      <p:sp>
        <p:nvSpPr>
          <p:cNvPr id="494" name="Google Shape;494;p69">
            <a:extLst>
              <a:ext uri="{FF2B5EF4-FFF2-40B4-BE49-F238E27FC236}">
                <a16:creationId xmlns:a16="http://schemas.microsoft.com/office/drawing/2014/main" id="{EB13F054-EAFC-5685-C39A-6E77052F3200}"/>
              </a:ext>
            </a:extLst>
          </p:cNvPr>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solidFill>
                  <a:srgbClr val="00A6DC"/>
                </a:solidFill>
              </a:rPr>
              <a:t>Oportunidades de Desenvolvimento:</a:t>
            </a:r>
            <a:br>
              <a:rPr lang="pt-BR" dirty="0">
                <a:solidFill>
                  <a:srgbClr val="00A6DC"/>
                </a:solidFill>
              </a:rPr>
            </a:br>
            <a:r>
              <a:rPr lang="pt-BR" dirty="0">
                <a:solidFill>
                  <a:srgbClr val="00A6DC"/>
                </a:solidFill>
              </a:rPr>
              <a:t>Respondido pelos Liderados</a:t>
            </a:r>
            <a:endParaRPr dirty="0">
              <a:solidFill>
                <a:srgbClr val="00A6DC"/>
              </a:solidFill>
            </a:endParaRPr>
          </a:p>
        </p:txBody>
      </p:sp>
      <p:sp>
        <p:nvSpPr>
          <p:cNvPr id="495" name="Google Shape;495;p69">
            <a:extLst>
              <a:ext uri="{FF2B5EF4-FFF2-40B4-BE49-F238E27FC236}">
                <a16:creationId xmlns:a16="http://schemas.microsoft.com/office/drawing/2014/main" id="{A97917A5-56EE-0921-7EFD-78BDE236F916}"/>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Não se aplica</a:t>
            </a:r>
          </a:p>
        </p:txBody>
      </p:sp>
    </p:spTree>
    <p:extLst>
      <p:ext uri="{BB962C8B-B14F-4D97-AF65-F5344CB8AC3E}">
        <p14:creationId xmlns:p14="http://schemas.microsoft.com/office/powerpoint/2010/main" val="34810347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618</TotalTime>
  <Words>601</Words>
  <Application>Microsoft Office PowerPoint</Application>
  <PresentationFormat>Apresentação na tela (16:9)</PresentationFormat>
  <Paragraphs>89</Paragraphs>
  <Slides>31</Slides>
  <Notes>31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31</vt:i4>
      </vt:variant>
    </vt:vector>
  </HeadingPairs>
  <TitlesOfParts>
    <vt:vector size="36" baseType="lpstr">
      <vt:lpstr>Nunito ExtraBold</vt:lpstr>
      <vt:lpstr>Arial</vt:lpstr>
      <vt:lpstr>Catamaran ExtraBold</vt:lpstr>
      <vt:lpstr>Nunito</vt:lpstr>
      <vt:lpstr>Simple Light</vt:lpstr>
      <vt:lpstr>Avaliação de Desempenho 2025</vt:lpstr>
      <vt:lpstr>Competências Gerais</vt:lpstr>
      <vt:lpstr>Competências de Liderança</vt:lpstr>
      <vt:lpstr>Detalhamento das competências</vt:lpstr>
      <vt:lpstr>Visão Sistêmica</vt:lpstr>
      <vt:lpstr>Visão Sistêmica</vt:lpstr>
      <vt:lpstr>Visão Sistêmica</vt:lpstr>
      <vt:lpstr>Visão Sistêmica</vt:lpstr>
      <vt:lpstr>Gestão e Liderança</vt:lpstr>
      <vt:lpstr>Gestão e Liderança</vt:lpstr>
      <vt:lpstr>Gestão e Liderança</vt:lpstr>
      <vt:lpstr>Relacionamento</vt:lpstr>
      <vt:lpstr>Relacionamento</vt:lpstr>
      <vt:lpstr>Comunicação</vt:lpstr>
      <vt:lpstr>Comunicação</vt:lpstr>
      <vt:lpstr>Comunicação</vt:lpstr>
      <vt:lpstr>Aprendizagem e Desenvolvimento</vt:lpstr>
      <vt:lpstr>Aprendizagem e Desenvolvimento</vt:lpstr>
      <vt:lpstr>Aprendizagem e Desenvolvimento</vt:lpstr>
      <vt:lpstr>Aprendizagem e Desenvolvimento</vt:lpstr>
      <vt:lpstr>Execução</vt:lpstr>
      <vt:lpstr>Execução</vt:lpstr>
      <vt:lpstr>Execução</vt:lpstr>
      <vt:lpstr>Questões Abertas</vt:lpstr>
      <vt:lpstr>Pontos Fortes: Autoavaliação</vt:lpstr>
      <vt:lpstr>Pontos Fortes: Respondido pela Liderança</vt:lpstr>
      <vt:lpstr>Pontos Fortes: Respondido pelos Liderados</vt:lpstr>
      <vt:lpstr>Oportunidades de Desenvolvimento: Autoavaliação</vt:lpstr>
      <vt:lpstr>Oportunidades de Desenvolvimento: Respondido pela Liderança</vt:lpstr>
      <vt:lpstr>Oportunidades de Desenvolvimento: Respondido pelos Liderados</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Hugo Bovareto de Oliveira Horsth</cp:lastModifiedBy>
  <cp:revision>10</cp:revision>
  <dcterms:modified xsi:type="dcterms:W3CDTF">2025-12-19T18:26:34Z</dcterms:modified>
</cp:coreProperties>
</file>