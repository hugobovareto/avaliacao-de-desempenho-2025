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Poliana Santos Firmino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3,2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2,6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2_228535533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temer desafios, espirito de liderança, determinação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Resolução de problemas: O colaborador revela uma postura resolutiva no seu cotidiano de trabalho, pois identifica e traz possiveis solucões para desafios encontradas no dia a dia com agilidade e responsabilidade, garantindo que os processos avancem sem prejuízo para as entregas do projeto.</a:t>
            </a:r>
          </a:p>
          <a:p/>
          <a:p>
            <a:r>
              <a:t>2. Comunicação: A articuladora traz sempre uma comunicação muito assertiva e responsável, deixando claro sua fala, mas não sendo violento ou ofensivo.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Desenvolvimento mais pedagógico no projeto / Iniciar o mestrado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Elaboração de Relatórios: A colaboradora demonstra capacidade limitada na elaboração de relatórios, apresentando dificuldades na organização das informações e na construção de análises claras e consistentes. Observa-se falta de detalhamento, objetividade ou coerência na apresentação dos dados, o que compromete a qualidade do material entregue e pode gerar retrabalho ou interpretações equivocadas. Desatualização de Dados e Registros.</a:t>
            </a:r>
          </a:p>
          <a:p/>
          <a:p>
            <a:r>
              <a:t>2. Planejamento e Organização: A colaboradora apresenta dificuldades em estruturar suas atividades de forma organizada, demonstrando falhas na definição de prioridades e no cumprimento de prazos. Observa-se falta de organização em rotinas, informações e materiais (planilhas), o que compromete a eficiência e a fluidez na execução das tarefas.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