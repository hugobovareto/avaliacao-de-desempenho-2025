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Ana Cecília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8821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organização, articulação e autogestão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Organização e resolutividade; visão estratégica e sistêmica; capacidade de construir laços e conectar-se com o cliente, mantendo o profissionalismo.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visão politica do estado, ferramentas de dados e algo voltado à inovação em educação, especialmente em fluxo e sucesso escolar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Ater-se mais ao contexto e aos termos do novo projeto e da nova rede de ensino; impor-se mais nas disputas em que sabe estar correta.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