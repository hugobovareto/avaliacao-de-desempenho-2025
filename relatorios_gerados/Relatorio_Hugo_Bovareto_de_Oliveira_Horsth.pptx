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Hugo Bovareto de Oliveira Horsth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3,4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3,9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1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2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2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847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Autonomia no trabalho; organização das demandas e produções; pragmatismo para execução das análises e tarefas necessárias.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Hugo possui diversos pontos fortes que o tornam um profissional valioso para a equipe e o projeto GA. Aqui estão alguns deles:</a:t>
            </a:r>
          </a:p>
          <a:p>
            <a:r>
              <a:t>1. Conhecimento Técnico em Dados: Seu domínio na área de dados permite que ele faça análises detalhadas e fornece uma base sólida para a criação de relatórios e painéis informativos.</a:t>
            </a:r>
          </a:p>
          <a:p>
            <a:r>
              <a:t>2. Compreensão de Políticas Públicas: Essa compreensão amplia sua capacidade de análise crítica, garantindo que suas propostas estejam alinhadas com as necessidades e diretrizes específicas do setor.</a:t>
            </a:r>
          </a:p>
          <a:p>
            <a:r>
              <a:t>3. Proatividade: Hugo é proativo em suas ações, o que significa que ele não espera que as demandas surjam, mas antecipa necessidades e propõe soluções, contribuindo significativamente para a gestão do projeto.</a:t>
            </a:r>
          </a:p>
          <a:p>
            <a:r>
              <a:t>4. Apoio à Tomada de Decisão: Ele fornece dados essenciais para a tomada de d...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Visão sistêmica de todo projeto GA no RN e em outros estados; Comunicação assertiva com todas as frentes do projeto.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Para Hugo, existem algumas oportunidades de desenvolvimento que podem aprimorar sua capacidade de gerar relatórios analíticos e oferecer propostas de melhorias com base nos dados. Aqui estão algumas sugestões:</a:t>
            </a:r>
          </a:p>
          <a:p>
            <a:r>
              <a:t>1. Desenvolvimento de Soft Skills: Trabalhar em habilidades como pensamento crítico e solução de problemas pode ajudá-lo a formular propostas de melhorias mais robustas e relevantes, a partir da análise sistemática dos dados.</a:t>
            </a:r>
          </a:p>
          <a:p>
            <a:r>
              <a:t>2. Participação em Projetos Colaborativos: Envolver-se em projetos interdisciplinares pode proporcionar a Hugo uma visão mais ampla sobre como os dados se relacionam com outras áreas, favorecendo uma abordagem sistêmica.</a:t>
            </a:r>
          </a:p>
          <a:p>
            <a:r>
              <a:t>3. Feedback e Mentoria: Buscar feedback de superiores ou colegas experientes sobre seus relatórios e propostas pode fornecer insights valios...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