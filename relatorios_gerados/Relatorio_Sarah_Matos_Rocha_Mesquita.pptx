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8" r:id="rId1"/>
  </p:sldMasterIdLst>
  <p:notesMasterIdLst>
    <p:notesMasterId r:id="rId33"/>
  </p:notesMasterIdLst>
  <p:sldIdLst>
    <p:sldId id="256" r:id="rId2"/>
    <p:sldId id="276" r:id="rId3"/>
    <p:sldId id="277" r:id="rId4"/>
    <p:sldId id="272" r:id="rId5"/>
    <p:sldId id="289" r:id="rId6"/>
    <p:sldId id="301" r:id="rId7"/>
    <p:sldId id="298" r:id="rId8"/>
    <p:sldId id="299" r:id="rId9"/>
    <p:sldId id="290" r:id="rId10"/>
    <p:sldId id="302" r:id="rId11"/>
    <p:sldId id="303" r:id="rId12"/>
    <p:sldId id="304" r:id="rId13"/>
    <p:sldId id="305" r:id="rId14"/>
    <p:sldId id="306" r:id="rId15"/>
    <p:sldId id="307" r:id="rId16"/>
    <p:sldId id="308" r:id="rId17"/>
    <p:sldId id="309" r:id="rId18"/>
    <p:sldId id="310" r:id="rId19"/>
    <p:sldId id="311" r:id="rId20"/>
    <p:sldId id="312" r:id="rId21"/>
    <p:sldId id="313" r:id="rId22"/>
    <p:sldId id="314" r:id="rId23"/>
    <p:sldId id="315" r:id="rId24"/>
    <p:sldId id="275" r:id="rId25"/>
    <p:sldId id="283" r:id="rId26"/>
    <p:sldId id="284" r:id="rId27"/>
    <p:sldId id="285" r:id="rId28"/>
    <p:sldId id="286" r:id="rId29"/>
    <p:sldId id="287" r:id="rId30"/>
    <p:sldId id="316" r:id="rId31"/>
    <p:sldId id="293" r:id="rId32"/>
  </p:sldIdLst>
  <p:sldSz cx="9144000" cy="5143500" type="screen16x9"/>
  <p:notesSz cx="6858000" cy="9144000"/>
  <p:embeddedFontLst>
    <p:embeddedFont>
      <p:font typeface="Catamaran ExtraBold" panose="020B0604020202020204" charset="0"/>
      <p:bold r:id="rId34"/>
    </p:embeddedFont>
    <p:embeddedFont>
      <p:font typeface="Nunito" pitchFamily="2" charset="0"/>
      <p:regular r:id="rId35"/>
      <p:bold r:id="rId36"/>
      <p:italic r:id="rId37"/>
      <p:boldItalic r:id="rId38"/>
    </p:embeddedFont>
    <p:embeddedFont>
      <p:font typeface="Nunito ExtraBold" pitchFamily="2" charset="0"/>
      <p:bold r:id="rId39"/>
      <p:boldItalic r:id="rId4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A6DC"/>
    <a:srgbClr val="CC8A4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834" y="10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notesMaster" Target="notesMasters/notesMaster1.xml"/><Relationship Id="rId34" Type="http://schemas.openxmlformats.org/officeDocument/2006/relationships/font" Target="fonts/font1.fntdata"/><Relationship Id="rId35" Type="http://schemas.openxmlformats.org/officeDocument/2006/relationships/font" Target="fonts/font2.fntdata"/><Relationship Id="rId36" Type="http://schemas.openxmlformats.org/officeDocument/2006/relationships/font" Target="fonts/font3.fntdata"/><Relationship Id="rId37" Type="http://schemas.openxmlformats.org/officeDocument/2006/relationships/font" Target="fonts/font4.fntdata"/><Relationship Id="rId38" Type="http://schemas.openxmlformats.org/officeDocument/2006/relationships/font" Target="fonts/font5.fntdata"/><Relationship Id="rId39" Type="http://schemas.openxmlformats.org/officeDocument/2006/relationships/font" Target="fonts/font6.fntdata"/><Relationship Id="rId40" Type="http://schemas.openxmlformats.org/officeDocument/2006/relationships/font" Target="fonts/font7.fntdata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3417754635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2" name="Google Shape;342;g3417754635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g34433cd25ef_0_1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7" name="Google Shape;457;g34433cd25ef_0_1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g34433cd25ef_0_1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2" name="Google Shape;462;g34433cd25ef_0_1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g341858a217f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3" name="Google Shape;433;g341858a217f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5B7D436E-8CFC-0A0C-0C32-8B5C81DC10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F80BF559-01F7-0342-CAAC-5084836BAD7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34280C0A-4E1D-FB1E-4432-12F73DC3D6D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7154885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0D8C8D83-E5C0-D93F-7D21-9EE2015DAA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FB9A8D79-3980-DD17-3798-C87289D66E9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AC16D134-51C4-7214-00EB-3553314580C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8774279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8915645D-69C5-1E5E-DDAE-C54FCD2CA6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59B1195D-D0B2-6CEA-2FFE-671AC3D1BD0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F165D855-D189-42E8-95D8-079E7546349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5845548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AF7D001A-3D9D-093F-8632-6F32C55099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F516E20F-B25B-91BE-A496-E18151BCBEF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B823014C-7804-4ED3-D156-8B38C7BEB86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1514591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2C377DA2-A3BC-2937-6E95-BEED5C28F6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7C0CA4AA-03F5-4DD9-98A3-C310FE91002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985902B9-43A9-44BF-D01F-95F4BC13540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2850866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2A45FAEC-FDF8-CD01-161C-35786D0E26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03116048-0A28-6DF5-71FC-F5B90924C56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43527797-2644-B511-BF96-C2F5E8EE55B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3035894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810ECDD2-378F-C11C-EF2F-F43D3E513C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266216CE-994B-A3A6-6924-CE3C0E37BD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8BA229E7-188E-401A-2CE8-9E5D16D5BB3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6210740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496F262D-F00F-C88F-75A3-FB10A17A06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CF0DE602-B622-4F0E-149F-C62A661E62D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34A9E304-CD1A-5825-B23D-9459351C1EB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3101155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0D826FE4-1961-F2DC-42D6-AF7B1C8F37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3739A662-FA68-544A-07F0-397AE55A5C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42556B89-1E91-818F-9C1B-7B11DDFD50F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9402503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3861238A-DBD3-74B4-CF16-2478A797AC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B321EB15-4C55-46FD-C31A-590F9CB54EF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CD5B44BF-78EB-F212-2FCA-B7629428718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482608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A96EA28D-8AA3-518E-B840-BF9167C33C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FA338C22-3CF1-94E3-A66E-2114A9D8115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68FF3618-C609-57CA-C1A2-E5DD7101B91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2938043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F2F250FE-ADFF-0BF6-A40E-35555A9550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6C589635-BACA-5EEE-0923-0A9AE17FDDE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329829D8-95AB-96B9-4E4E-A64A55EFA6B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7869715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DF764C5F-B788-A792-ABFF-22335B722B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83A87040-2205-56C1-A7F3-D5A8BCE46D2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3D6E9062-0484-1DBE-E546-43BAC431E07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7564447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23F59B44-AB7B-5B80-BD91-DA3BD2C0A3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2487B5BE-05E6-7F0C-47E2-00E7C04AA2D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3437A52E-28B4-5C46-69C4-BA0660545FC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4463936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6B1869CA-A468-BD85-A5F9-1EA18FD56E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023E7F36-F97D-246A-7EE7-9C9211B44D5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B185355F-D43E-AAC1-59FB-ED3A2A13AC2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0989638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9C76EDD0-0E6A-CF4B-C6F6-5D67477CB6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F0D51B93-39B7-AE29-9CB1-FBD9D2AF8A6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3490F514-5A59-0877-DEA9-48427A012A8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9488436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BDD68253-42DD-4B53-B634-90531E91A6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C52CA0FF-068F-0583-493D-C7B60BDC123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FCF95A3D-7DF1-DE73-F6A7-CF5EFAF95A2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9263544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g341858a217f_0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1" name="Google Shape;451;g341858a217f_0_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g341858a217f_0_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2" name="Google Shape;492;g341858a217f_0_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g341858a217f_0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9" name="Google Shape;499;g341858a217f_0_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g341858a217f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6" name="Google Shape;506;g341858a217f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g341858a217f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3" name="Google Shape;513;g341858a217f_0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g341858a217f_0_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0" name="Google Shape;520;g341858a217f_0_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0">
          <a:extLst>
            <a:ext uri="{FF2B5EF4-FFF2-40B4-BE49-F238E27FC236}">
              <a16:creationId xmlns:a16="http://schemas.microsoft.com/office/drawing/2014/main" id="{7C59F665-E10D-88C0-EE84-606D4FAB61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g341858a217f_0_57:notes">
            <a:extLst>
              <a:ext uri="{FF2B5EF4-FFF2-40B4-BE49-F238E27FC236}">
                <a16:creationId xmlns:a16="http://schemas.microsoft.com/office/drawing/2014/main" id="{2D3B0B3A-F8F1-BB9C-CADF-77ECFABC3DC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2" name="Google Shape;492;g341858a217f_0_57:notes">
            <a:extLst>
              <a:ext uri="{FF2B5EF4-FFF2-40B4-BE49-F238E27FC236}">
                <a16:creationId xmlns:a16="http://schemas.microsoft.com/office/drawing/2014/main" id="{FB18C583-D78A-2A50-8491-2B762977463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4434270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g34177546355_0_2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1" name="Google Shape;561;g34177546355_0_2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9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5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2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9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Relationship Id="rId3" Type="http://schemas.openxmlformats.org/officeDocument/2006/relationships/image" Target="../media/image17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22.png"/><Relationship Id="rId4" Type="http://schemas.openxmlformats.org/officeDocument/2006/relationships/image" Target="../media/image5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Relationship Id="rId3" Type="http://schemas.openxmlformats.org/officeDocument/2006/relationships/image" Target="../media/image9.png"/><Relationship Id="rId4" Type="http://schemas.openxmlformats.org/officeDocument/2006/relationships/image" Target="../media/image5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2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oogle Shape;14;p3" title="GARN_IDV_elementos_algodãoamareloclaro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571523">
            <a:off x="2392029" y="4269901"/>
            <a:ext cx="228381" cy="56095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3" title="GARN_IDV_elementos_algodãoamareloclaro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824407">
            <a:off x="2012200" y="4107865"/>
            <a:ext cx="323899" cy="67830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16;p3" title="GARN_IDV_elementos_algodãomarromclar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249561">
            <a:off x="1626050" y="4102260"/>
            <a:ext cx="323901" cy="7955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;p3" title="GARN_IDV_elementos_algodãorosaclaro2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162959" y="4252233"/>
            <a:ext cx="285038" cy="596291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3"/>
          <p:cNvSpPr/>
          <p:nvPr/>
        </p:nvSpPr>
        <p:spPr>
          <a:xfrm rot="10800000">
            <a:off x="-39" y="-5"/>
            <a:ext cx="9144000" cy="3870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" name="Google Shape;19;p3"/>
          <p:cNvSpPr/>
          <p:nvPr/>
        </p:nvSpPr>
        <p:spPr>
          <a:xfrm rot="10800000">
            <a:off x="-39" y="386995"/>
            <a:ext cx="9144000" cy="387000"/>
          </a:xfrm>
          <a:prstGeom prst="rect">
            <a:avLst/>
          </a:prstGeom>
          <a:solidFill>
            <a:srgbClr val="F4ADE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0" name="Google Shape;20;p3" title="GARN_IDV_elementos_sol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453113" y="-1610850"/>
            <a:ext cx="4043448" cy="40434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Google Shape;21;p3" title="GARN_IDV_elementos_folhaverde2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 rot="-5400000">
            <a:off x="96225" y="247823"/>
            <a:ext cx="1174977" cy="943826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3"/>
          <p:cNvSpPr/>
          <p:nvPr/>
        </p:nvSpPr>
        <p:spPr>
          <a:xfrm rot="10800000">
            <a:off x="-39" y="4756495"/>
            <a:ext cx="9144000" cy="387000"/>
          </a:xfrm>
          <a:prstGeom prst="rect">
            <a:avLst/>
          </a:prstGeom>
          <a:solidFill>
            <a:srgbClr val="AED13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3" name="Google Shape;23;p3" title="GARN_IDV_elementos_cacto6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-206820" y="1679056"/>
            <a:ext cx="1557174" cy="3260897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3"/>
          <p:cNvSpPr txBox="1">
            <a:spLocks noGrp="1"/>
          </p:cNvSpPr>
          <p:nvPr>
            <p:ph type="title"/>
          </p:nvPr>
        </p:nvSpPr>
        <p:spPr>
          <a:xfrm>
            <a:off x="1597625" y="1218725"/>
            <a:ext cx="3408900" cy="204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subTitle" idx="1"/>
          </p:nvPr>
        </p:nvSpPr>
        <p:spPr>
          <a:xfrm>
            <a:off x="1597625" y="3264725"/>
            <a:ext cx="3106800" cy="38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spcBef>
                <a:spcPts val="60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>
            <a:endParaRPr/>
          </a:p>
        </p:txBody>
      </p:sp>
      <p:pic>
        <p:nvPicPr>
          <p:cNvPr id="26" name="Google Shape;26;p3" title="AssinaturasRégua-curta---hor---cor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755225" y="3640861"/>
            <a:ext cx="3106801" cy="8464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beçalho de seção 1 1 2 1 1 1 1 1 1 1">
  <p:cSld name="SECTION_HEADER_1_1_2_1_1_1_1_1_1_1"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3"/>
          <p:cNvSpPr/>
          <p:nvPr/>
        </p:nvSpPr>
        <p:spPr>
          <a:xfrm rot="10800000">
            <a:off x="-250" y="3808400"/>
            <a:ext cx="9152100" cy="21267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43" name="Google Shape;143;p13" title="GARN_IDV_elementos_rnbandeira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565600" y="3315325"/>
            <a:ext cx="1996023" cy="1149576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3"/>
          <p:cNvSpPr txBox="1"/>
          <p:nvPr/>
        </p:nvSpPr>
        <p:spPr>
          <a:xfrm>
            <a:off x="332850" y="261050"/>
            <a:ext cx="1835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rPr>
              <a:t>Ficha técnica</a:t>
            </a:r>
            <a:endParaRPr sz="1800" b="1">
              <a:solidFill>
                <a:srgbClr val="C4803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4"/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6219000" cy="69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1600"/>
              <a:buNone/>
              <a:defRPr>
                <a:solidFill>
                  <a:srgbClr val="CC8A4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9pPr>
          </a:lstStyle>
          <a:p>
            <a:endParaRPr/>
          </a:p>
        </p:txBody>
      </p:sp>
      <p:sp>
        <p:nvSpPr>
          <p:cNvPr id="147" name="Google Shape;147;p14"/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48" name="Google Shape;148;p14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pic>
        <p:nvPicPr>
          <p:cNvPr id="149" name="Google Shape;149;p14" title="GARN_IDV_elementos_folhamarrom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3600008">
            <a:off x="-144744" y="-138622"/>
            <a:ext cx="775609" cy="959294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4"/>
          <p:cNvSpPr txBox="1">
            <a:spLocks noGrp="1"/>
          </p:cNvSpPr>
          <p:nvPr>
            <p:ph type="body" idx="2"/>
          </p:nvPr>
        </p:nvSpPr>
        <p:spPr>
          <a:xfrm>
            <a:off x="4670646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51" name="Google Shape;151;p14"/>
          <p:cNvSpPr/>
          <p:nvPr/>
        </p:nvSpPr>
        <p:spPr>
          <a:xfrm rot="10800000">
            <a:off x="-53050" y="4761575"/>
            <a:ext cx="9249900" cy="3912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52" name="Google Shape;152;p14" title="GARN_IDV_elementos_rnbandeir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1175" y="4601175"/>
            <a:ext cx="693400" cy="3993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rpo 2">
  <p:cSld name="TITLE_AND_BODY_2"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5"/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922300" cy="67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1600"/>
              <a:buNone/>
              <a:defRPr>
                <a:solidFill>
                  <a:srgbClr val="F2A4DD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9pPr>
          </a:lstStyle>
          <a:p>
            <a:endParaRPr/>
          </a:p>
        </p:txBody>
      </p:sp>
      <p:sp>
        <p:nvSpPr>
          <p:cNvPr id="155" name="Google Shape;155;p15"/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56" name="Google Shape;156;p15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157" name="Google Shape;157;p15"/>
          <p:cNvSpPr txBox="1">
            <a:spLocks noGrp="1"/>
          </p:cNvSpPr>
          <p:nvPr>
            <p:ph type="body" idx="2"/>
          </p:nvPr>
        </p:nvSpPr>
        <p:spPr>
          <a:xfrm>
            <a:off x="4670646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58" name="Google Shape;158;p15"/>
          <p:cNvSpPr/>
          <p:nvPr/>
        </p:nvSpPr>
        <p:spPr>
          <a:xfrm rot="10800000">
            <a:off x="-53050" y="4761575"/>
            <a:ext cx="9249900" cy="3912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59" name="Google Shape;159;p15" title="GARN_IDV_elementos_rnbandeira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81175" y="4601175"/>
            <a:ext cx="693400" cy="399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15" title="GARN_IDV_elementos_velaros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800003">
            <a:off x="237825" y="53926"/>
            <a:ext cx="485101" cy="7365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rpo 2 2">
  <p:cSld name="TITLE_AND_BODY_2_2"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6"/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922300" cy="67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1600"/>
              <a:buNone/>
              <a:defRPr>
                <a:solidFill>
                  <a:srgbClr val="58A75B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9pPr>
          </a:lstStyle>
          <a:p>
            <a:endParaRPr/>
          </a:p>
        </p:txBody>
      </p:sp>
      <p:sp>
        <p:nvSpPr>
          <p:cNvPr id="163" name="Google Shape;163;p16"/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64" name="Google Shape;164;p16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165" name="Google Shape;165;p16"/>
          <p:cNvSpPr txBox="1">
            <a:spLocks noGrp="1"/>
          </p:cNvSpPr>
          <p:nvPr>
            <p:ph type="body" idx="2"/>
          </p:nvPr>
        </p:nvSpPr>
        <p:spPr>
          <a:xfrm>
            <a:off x="4670646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66" name="Google Shape;166;p16"/>
          <p:cNvSpPr/>
          <p:nvPr/>
        </p:nvSpPr>
        <p:spPr>
          <a:xfrm rot="10800000">
            <a:off x="-53050" y="4761575"/>
            <a:ext cx="9249900" cy="3912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67" name="Google Shape;167;p16" title="GARN_IDV_elementos_rnbandeira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81175" y="4601175"/>
            <a:ext cx="693400" cy="399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16" title="GARN_IDV_elementos_sol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64025" y="-98112"/>
            <a:ext cx="1040625" cy="1040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rpo 2 1">
  <p:cSld name="TITLE_AND_BODY_2_1"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7"/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477100" cy="67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171" name="Google Shape;171;p17"/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72" name="Google Shape;172;p17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173" name="Google Shape;173;p17"/>
          <p:cNvSpPr txBox="1">
            <a:spLocks noGrp="1"/>
          </p:cNvSpPr>
          <p:nvPr>
            <p:ph type="body" idx="2"/>
          </p:nvPr>
        </p:nvSpPr>
        <p:spPr>
          <a:xfrm>
            <a:off x="4670646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74" name="Google Shape;174;p17"/>
          <p:cNvSpPr/>
          <p:nvPr/>
        </p:nvSpPr>
        <p:spPr>
          <a:xfrm rot="10800000">
            <a:off x="-53050" y="4761575"/>
            <a:ext cx="9249900" cy="3912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75" name="Google Shape;175;p17" title="GARN_IDV_elementos_rnbandeira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81175" y="4601175"/>
            <a:ext cx="693400" cy="399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17" title="GARN_IDV_elementos_cacto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2700000">
            <a:off x="-218461" y="10818"/>
            <a:ext cx="614671" cy="12871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rpo 1">
  <p:cSld name="TITLE_AND_BODY_1"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8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179" name="Google Shape;179;p18"/>
          <p:cNvSpPr/>
          <p:nvPr/>
        </p:nvSpPr>
        <p:spPr>
          <a:xfrm rot="10800000">
            <a:off x="-53050" y="4761575"/>
            <a:ext cx="9249900" cy="3912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18"/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400600" cy="68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0A6DC"/>
              </a:buClr>
              <a:buSzPts val="1600"/>
              <a:buNone/>
              <a:defRPr>
                <a:solidFill>
                  <a:srgbClr val="00A6DC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181" name="Google Shape;181;p18"/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82" name="Google Shape;182;p18"/>
          <p:cNvSpPr txBox="1">
            <a:spLocks noGrp="1"/>
          </p:cNvSpPr>
          <p:nvPr>
            <p:ph type="body" idx="2"/>
          </p:nvPr>
        </p:nvSpPr>
        <p:spPr>
          <a:xfrm>
            <a:off x="4670646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pic>
        <p:nvPicPr>
          <p:cNvPr id="183" name="Google Shape;183;p18" title="GARN_IDV_elementos_rnazul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74776" y="192125"/>
            <a:ext cx="791099" cy="45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18" title="GARN_IDV_elementos_rnbandeir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1175" y="4601175"/>
            <a:ext cx="693400" cy="3993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bg>
      <p:bgPr>
        <a:solidFill>
          <a:srgbClr val="F9D736"/>
        </a:solidFill>
        <a:effectLst/>
      </p:bgPr>
    </p:bg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4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pic>
        <p:nvPicPr>
          <p:cNvPr id="207" name="Google Shape;207;p24" title="GARN_IDV_elementos_solbranco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748525" y="1117125"/>
            <a:ext cx="2909251" cy="2909251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24"/>
          <p:cNvSpPr/>
          <p:nvPr/>
        </p:nvSpPr>
        <p:spPr>
          <a:xfrm>
            <a:off x="6508200" y="-10950"/>
            <a:ext cx="2635800" cy="5175000"/>
          </a:xfrm>
          <a:prstGeom prst="rect">
            <a:avLst/>
          </a:prstGeom>
          <a:solidFill>
            <a:srgbClr val="C4803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209" name="Google Shape;209;p24" title="GARN_IDV_elementos_algodãobranco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799999">
            <a:off x="4928479" y="4035251"/>
            <a:ext cx="810901" cy="1696372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24" title="GARN_IDV_elementos_folhaverdegrama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31175" y="327400"/>
            <a:ext cx="3412826" cy="274140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4"/>
          <p:cNvSpPr txBox="1">
            <a:spLocks noGrp="1"/>
          </p:cNvSpPr>
          <p:nvPr>
            <p:ph type="title"/>
          </p:nvPr>
        </p:nvSpPr>
        <p:spPr>
          <a:xfrm>
            <a:off x="2276175" y="1478250"/>
            <a:ext cx="3830100" cy="218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Nunito ExtraBold"/>
              <a:buNone/>
              <a:defRPr sz="2600" b="0">
                <a:solidFill>
                  <a:srgbClr val="C4803F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o em uma coluna 1 1 1 2">
  <p:cSld name="ONE_COLUMN_TEXT_1_1_1_2">
    <p:bg>
      <p:bgPr>
        <a:solidFill>
          <a:srgbClr val="AED13F"/>
        </a:solidFill>
        <a:effectLst/>
      </p:bgPr>
    </p:bg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29"/>
          <p:cNvSpPr/>
          <p:nvPr/>
        </p:nvSpPr>
        <p:spPr>
          <a:xfrm>
            <a:off x="6488750" y="-10925"/>
            <a:ext cx="2655300" cy="5175000"/>
          </a:xfrm>
          <a:prstGeom prst="rect">
            <a:avLst/>
          </a:prstGeom>
          <a:solidFill>
            <a:srgbClr val="C4803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46" name="Google Shape;246;p29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pic>
        <p:nvPicPr>
          <p:cNvPr id="247" name="Google Shape;247;p29" title="GARN_IDV_elementos_sol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753324" y="1117126"/>
            <a:ext cx="2918851" cy="29188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" name="Google Shape;248;p29" title="GARN_IDV_elementos_rnamarelo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65180" y="390854"/>
            <a:ext cx="2622390" cy="1510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" name="Google Shape;249;p29" title="GARN_IDV_elementos_folhaverde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9000015">
            <a:off x="4871458" y="4002076"/>
            <a:ext cx="1174281" cy="1452373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29"/>
          <p:cNvSpPr txBox="1">
            <a:spLocks noGrp="1"/>
          </p:cNvSpPr>
          <p:nvPr>
            <p:ph type="title"/>
          </p:nvPr>
        </p:nvSpPr>
        <p:spPr>
          <a:xfrm>
            <a:off x="2276175" y="1478250"/>
            <a:ext cx="3830100" cy="218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Nunito ExtraBold"/>
              <a:buNone/>
              <a:defRPr sz="2600" b="0">
                <a:solidFill>
                  <a:schemeClr val="lt1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onto principal 1">
  <p:cSld name="MAIN_POINT_1"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33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pic>
        <p:nvPicPr>
          <p:cNvPr id="281" name="Google Shape;281;p33" title="GARN_IDV_elementos_cacto5.png"/>
          <p:cNvPicPr preferRelativeResize="0"/>
          <p:nvPr/>
        </p:nvPicPr>
        <p:blipFill rotWithShape="1">
          <a:blip r:embed="rId2">
            <a:alphaModFix/>
          </a:blip>
          <a:srcRect l="28561"/>
          <a:stretch/>
        </p:blipFill>
        <p:spPr>
          <a:xfrm flipH="1">
            <a:off x="-232123" y="-333100"/>
            <a:ext cx="3067001" cy="6840602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33"/>
          <p:cNvSpPr/>
          <p:nvPr/>
        </p:nvSpPr>
        <p:spPr>
          <a:xfrm>
            <a:off x="-71675" y="0"/>
            <a:ext cx="2726100" cy="5143500"/>
          </a:xfrm>
          <a:prstGeom prst="rect">
            <a:avLst/>
          </a:prstGeom>
          <a:solidFill>
            <a:srgbClr val="AED13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83" name="Google Shape;283;p33"/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9pPr>
          </a:lstStyle>
          <a:p>
            <a:endParaRPr/>
          </a:p>
        </p:txBody>
      </p:sp>
      <p:pic>
        <p:nvPicPr>
          <p:cNvPr id="284" name="Google Shape;284;p33" title="GARN_IDV_elementos_rnmarrom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12330" y="4012125"/>
            <a:ext cx="1537753" cy="885600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33"/>
          <p:cNvSpPr txBox="1">
            <a:spLocks noGrp="1"/>
          </p:cNvSpPr>
          <p:nvPr>
            <p:ph type="subTitle" idx="1"/>
          </p:nvPr>
        </p:nvSpPr>
        <p:spPr>
          <a:xfrm>
            <a:off x="3310950" y="4461500"/>
            <a:ext cx="5252100" cy="3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1pPr>
            <a:lvl2pPr lvl="1">
              <a:spcBef>
                <a:spcPts val="60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onto principal 1 1">
  <p:cSld name="MAIN_POINT_1_1"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35"/>
          <p:cNvSpPr/>
          <p:nvPr/>
        </p:nvSpPr>
        <p:spPr>
          <a:xfrm>
            <a:off x="-71675" y="0"/>
            <a:ext cx="2726100" cy="51435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297" name="Google Shape;297;p35" title="GARN_IDV_elementos_cacto1.png"/>
          <p:cNvPicPr preferRelativeResize="0"/>
          <p:nvPr/>
        </p:nvPicPr>
        <p:blipFill rotWithShape="1">
          <a:blip r:embed="rId2">
            <a:alphaModFix/>
          </a:blip>
          <a:srcRect l="28335"/>
          <a:stretch/>
        </p:blipFill>
        <p:spPr>
          <a:xfrm flipH="1">
            <a:off x="-252126" y="-333100"/>
            <a:ext cx="3087001" cy="6840602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p35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pic>
        <p:nvPicPr>
          <p:cNvPr id="299" name="Google Shape;299;p35" title="GARN_IDV_elementos_rnamarelo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12355" y="4012117"/>
            <a:ext cx="1537725" cy="885600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35"/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301" name="Google Shape;301;p35"/>
          <p:cNvSpPr txBox="1">
            <a:spLocks noGrp="1"/>
          </p:cNvSpPr>
          <p:nvPr>
            <p:ph type="subTitle" idx="1"/>
          </p:nvPr>
        </p:nvSpPr>
        <p:spPr>
          <a:xfrm>
            <a:off x="3310950" y="4461500"/>
            <a:ext cx="5252100" cy="3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1pPr>
            <a:lvl2pPr lvl="1">
              <a:spcBef>
                <a:spcPts val="60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úmero grande 1">
  <p:cSld name="BIG_NUMBER_1">
    <p:bg>
      <p:bgPr>
        <a:solidFill>
          <a:srgbClr val="FDE6FF"/>
        </a:solidFill>
        <a:effectLst/>
      </p:bgPr>
    </p:bg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39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grpSp>
        <p:nvGrpSpPr>
          <p:cNvPr id="320" name="Google Shape;320;p39"/>
          <p:cNvGrpSpPr/>
          <p:nvPr/>
        </p:nvGrpSpPr>
        <p:grpSpPr>
          <a:xfrm>
            <a:off x="-50" y="4601175"/>
            <a:ext cx="9144000" cy="551600"/>
            <a:chOff x="-50" y="4601175"/>
            <a:chExt cx="9144000" cy="551600"/>
          </a:xfrm>
        </p:grpSpPr>
        <p:sp>
          <p:nvSpPr>
            <p:cNvPr id="321" name="Google Shape;321;p39"/>
            <p:cNvSpPr/>
            <p:nvPr/>
          </p:nvSpPr>
          <p:spPr>
            <a:xfrm rot="10800000">
              <a:off x="-50" y="4761575"/>
              <a:ext cx="9144000" cy="391200"/>
            </a:xfrm>
            <a:prstGeom prst="rect">
              <a:avLst/>
            </a:prstGeom>
            <a:solidFill>
              <a:srgbClr val="58A75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322" name="Google Shape;322;p39" title="GARN_IDV_elementos_rnbandeira.png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181175" y="4601175"/>
              <a:ext cx="693400" cy="399349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323" name="Google Shape;323;p39" title="GARN_IDV_elementos_cacto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873" y="1547050"/>
            <a:ext cx="2302127" cy="3317924"/>
          </a:xfrm>
          <a:prstGeom prst="rect">
            <a:avLst/>
          </a:prstGeom>
          <a:noFill/>
          <a:ln>
            <a:noFill/>
          </a:ln>
        </p:spPr>
      </p:pic>
      <p:pic>
        <p:nvPicPr>
          <p:cNvPr id="324" name="Google Shape;324;p39" title="GARN_IDV_elementos_sol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360150" y="-436125"/>
            <a:ext cx="1623199" cy="1623224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39"/>
          <p:cNvSpPr txBox="1">
            <a:spLocks noGrp="1"/>
          </p:cNvSpPr>
          <p:nvPr>
            <p:ph type="title"/>
          </p:nvPr>
        </p:nvSpPr>
        <p:spPr>
          <a:xfrm>
            <a:off x="3464500" y="1256625"/>
            <a:ext cx="4655100" cy="226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úmero grande 1 1">
  <p:cSld name="BIG_NUMBER_1_1">
    <p:bg>
      <p:bgPr>
        <a:solidFill>
          <a:srgbClr val="FFE6D9"/>
        </a:solidFill>
        <a:effectLst/>
      </p:bgPr>
    </p:bg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" name="Google Shape;327;p40" title="GARN_IDV_elementos_posterosa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25799" y="2899299"/>
            <a:ext cx="836524" cy="1924977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40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grpSp>
        <p:nvGrpSpPr>
          <p:cNvPr id="329" name="Google Shape;329;p40"/>
          <p:cNvGrpSpPr/>
          <p:nvPr/>
        </p:nvGrpSpPr>
        <p:grpSpPr>
          <a:xfrm>
            <a:off x="-50" y="4601175"/>
            <a:ext cx="9144000" cy="551600"/>
            <a:chOff x="-50" y="4601175"/>
            <a:chExt cx="9144000" cy="551600"/>
          </a:xfrm>
        </p:grpSpPr>
        <p:sp>
          <p:nvSpPr>
            <p:cNvPr id="330" name="Google Shape;330;p40"/>
            <p:cNvSpPr/>
            <p:nvPr/>
          </p:nvSpPr>
          <p:spPr>
            <a:xfrm rot="10800000">
              <a:off x="-50" y="4761575"/>
              <a:ext cx="9144000" cy="391200"/>
            </a:xfrm>
            <a:prstGeom prst="rect">
              <a:avLst/>
            </a:prstGeom>
            <a:solidFill>
              <a:srgbClr val="58A75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331" name="Google Shape;331;p40" title="GARN_IDV_elementos_rnbandeira.png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81175" y="4601175"/>
              <a:ext cx="693400" cy="399349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332" name="Google Shape;332;p40" title="GARN_IDV_elementos_posterosa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1848" y="1479449"/>
            <a:ext cx="1453550" cy="3344824"/>
          </a:xfrm>
          <a:prstGeom prst="rect">
            <a:avLst/>
          </a:prstGeom>
          <a:noFill/>
          <a:ln>
            <a:noFill/>
          </a:ln>
        </p:spPr>
      </p:pic>
      <p:pic>
        <p:nvPicPr>
          <p:cNvPr id="333" name="Google Shape;333;p40" title="GARN_IDV_elementos_sol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360150" y="-436125"/>
            <a:ext cx="1623199" cy="1623224"/>
          </a:xfrm>
          <a:prstGeom prst="rect">
            <a:avLst/>
          </a:prstGeom>
          <a:noFill/>
          <a:ln>
            <a:noFill/>
          </a:ln>
        </p:spPr>
      </p:pic>
      <p:sp>
        <p:nvSpPr>
          <p:cNvPr id="334" name="Google Shape;334;p40"/>
          <p:cNvSpPr txBox="1">
            <a:spLocks noGrp="1"/>
          </p:cNvSpPr>
          <p:nvPr>
            <p:ph type="title"/>
          </p:nvPr>
        </p:nvSpPr>
        <p:spPr>
          <a:xfrm>
            <a:off x="3464500" y="1256625"/>
            <a:ext cx="4655100" cy="226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6" name="Google Shape;336;p41" title="GARN_IDV_elementos_sol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498876" y="269326"/>
            <a:ext cx="2918851" cy="2918876"/>
          </a:xfrm>
          <a:prstGeom prst="rect">
            <a:avLst/>
          </a:prstGeom>
          <a:noFill/>
          <a:ln>
            <a:noFill/>
          </a:ln>
        </p:spPr>
      </p:pic>
      <p:sp>
        <p:nvSpPr>
          <p:cNvPr id="337" name="Google Shape;337;p41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338" name="Google Shape;338;p41"/>
          <p:cNvSpPr/>
          <p:nvPr/>
        </p:nvSpPr>
        <p:spPr>
          <a:xfrm>
            <a:off x="50" y="1650325"/>
            <a:ext cx="9144000" cy="35139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339" name="Google Shape;339;p41" title="AssinaturasRégua-grande---branc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9014" y="3592325"/>
            <a:ext cx="7485972" cy="1089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1600"/>
              <a:buFont typeface="Nunito"/>
              <a:buNone/>
              <a:defRPr sz="16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●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914400" lvl="1" indent="-29210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○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1371600" lvl="2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■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1828800" lvl="3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●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2286000" lvl="4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○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2743200" lvl="5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■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3200400" lvl="6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●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3657600" lvl="7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○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4114800" lvl="8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■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70" r:id="rId8"/>
    <p:sldLayoutId id="2147483675" r:id="rId9"/>
    <p:sldLayoutId id="2147483679" r:id="rId10"/>
    <p:sldLayoutId id="2147483681" r:id="rId11"/>
    <p:sldLayoutId id="2147483685" r:id="rId12"/>
    <p:sldLayoutId id="2147483686" r:id="rId13"/>
    <p:sldLayoutId id="2147483687" r:id="rId1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5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5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5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6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7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7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7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42"/>
          <p:cNvSpPr txBox="1">
            <a:spLocks noGrp="1"/>
          </p:cNvSpPr>
          <p:nvPr>
            <p:ph type="title"/>
          </p:nvPr>
        </p:nvSpPr>
        <p:spPr>
          <a:xfrm>
            <a:off x="1597624" y="1435429"/>
            <a:ext cx="3757157" cy="129391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 dirty="0"/>
              <a:t>Avaliação de Desempenho 2025</a:t>
            </a:r>
            <a:endParaRPr sz="2800" dirty="0"/>
          </a:p>
        </p:txBody>
      </p:sp>
      <p:sp>
        <p:nvSpPr>
          <p:cNvPr id="345" name="Google Shape;345;p42"/>
          <p:cNvSpPr txBox="1">
            <a:spLocks noGrp="1"/>
          </p:cNvSpPr>
          <p:nvPr>
            <p:ph type="subTitle" idx="1"/>
          </p:nvPr>
        </p:nvSpPr>
        <p:spPr>
          <a:xfrm>
            <a:off x="1597624" y="2980707"/>
            <a:ext cx="6805157" cy="38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sz="1800" b="1"/>
              <a:t>Sarah Matos Rocha Mesquita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62"/>
          <p:cNvSpPr txBox="1">
            <a:spLocks noGrp="1"/>
          </p:cNvSpPr>
          <p:nvPr>
            <p:ph type="title"/>
          </p:nvPr>
        </p:nvSpPr>
        <p:spPr>
          <a:xfrm>
            <a:off x="2629158" y="224461"/>
            <a:ext cx="6296373" cy="86312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Competências Gerais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A3D62C18-6B73-72BF-AF36-F372BF65A6FD}"/>
              </a:ext>
            </a:extLst>
          </p:cNvPr>
          <p:cNvSpPr txBox="1">
            <a:spLocks/>
          </p:cNvSpPr>
          <p:nvPr/>
        </p:nvSpPr>
        <p:spPr>
          <a:xfrm>
            <a:off x="2629158" y="995686"/>
            <a:ext cx="2005652" cy="86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lang="pt-BR" sz="1400" dirty="0">
                <a:solidFill>
                  <a:srgbClr val="CC8A42"/>
                </a:solidFill>
              </a:rPr>
              <a:t>Autoavaliação</a:t>
            </a:r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AE212427-3CF3-F982-717F-45AB13F517FE}"/>
              </a:ext>
            </a:extLst>
          </p:cNvPr>
          <p:cNvSpPr txBox="1">
            <a:spLocks/>
          </p:cNvSpPr>
          <p:nvPr/>
        </p:nvSpPr>
        <p:spPr>
          <a:xfrm>
            <a:off x="4634810" y="995686"/>
            <a:ext cx="2062466" cy="8631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lang="pt-BR" sz="1400" dirty="0">
                <a:solidFill>
                  <a:srgbClr val="CC8A42"/>
                </a:solidFill>
              </a:rPr>
              <a:t>Avaliação dos Líderes</a:t>
            </a:r>
          </a:p>
        </p:txBody>
      </p:sp>
      <p:sp>
        <p:nvSpPr>
          <p:cNvPr id="4" name="Google Shape;494;p69">
            <a:extLst>
              <a:ext uri="{FF2B5EF4-FFF2-40B4-BE49-F238E27FC236}">
                <a16:creationId xmlns:a16="http://schemas.microsoft.com/office/drawing/2014/main" id="{CAF56A1F-502A-9BAE-6FEA-94017C33371B}"/>
              </a:ext>
            </a:extLst>
          </p:cNvPr>
          <p:cNvSpPr txBox="1">
            <a:spLocks/>
          </p:cNvSpPr>
          <p:nvPr/>
        </p:nvSpPr>
        <p:spPr>
          <a:xfrm>
            <a:off x="6697276" y="995685"/>
            <a:ext cx="2228255" cy="8631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lang="pt-BR" sz="1400" dirty="0">
                <a:solidFill>
                  <a:srgbClr val="CC8A42"/>
                </a:solidFill>
              </a:rPr>
              <a:t>Avaliação dos Liderados</a:t>
            </a:r>
          </a:p>
        </p:txBody>
      </p:sp>
      <p:sp>
        <p:nvSpPr>
          <p:cNvPr id="6" name="Google Shape;494;p69">
            <a:extLst>
              <a:ext uri="{FF2B5EF4-FFF2-40B4-BE49-F238E27FC236}">
                <a16:creationId xmlns:a16="http://schemas.microsoft.com/office/drawing/2014/main" id="{5B6D0943-71A0-7942-6EC2-C5EC14CB0E04}"/>
              </a:ext>
            </a:extLst>
          </p:cNvPr>
          <p:cNvSpPr txBox="1">
            <a:spLocks/>
          </p:cNvSpPr>
          <p:nvPr/>
        </p:nvSpPr>
        <p:spPr>
          <a:xfrm>
            <a:off x="2629158" y="1330036"/>
            <a:ext cx="2005652" cy="528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sz="1400" b="1">
                <a:solidFill>
                  <a:srgbClr val="CC8A42"/>
                </a:solidFill>
              </a:rPr>
              <a:t>3,9</a:t>
            </a:r>
          </a:p>
        </p:txBody>
      </p:sp>
      <p:sp>
        <p:nvSpPr>
          <p:cNvPr id="7" name="Google Shape;494;p69">
            <a:extLst>
              <a:ext uri="{FF2B5EF4-FFF2-40B4-BE49-F238E27FC236}">
                <a16:creationId xmlns:a16="http://schemas.microsoft.com/office/drawing/2014/main" id="{D2569DED-A19C-1FD4-E265-65271FD8CC93}"/>
              </a:ext>
            </a:extLst>
          </p:cNvPr>
          <p:cNvSpPr txBox="1">
            <a:spLocks/>
          </p:cNvSpPr>
          <p:nvPr/>
        </p:nvSpPr>
        <p:spPr>
          <a:xfrm>
            <a:off x="4663217" y="1330036"/>
            <a:ext cx="2005652" cy="528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sz="1400" b="1">
                <a:solidFill>
                  <a:srgbClr val="CC8A42"/>
                </a:solidFill>
              </a:rPr>
              <a:t>4,0</a:t>
            </a:r>
          </a:p>
        </p:txBody>
      </p:sp>
      <p:sp>
        <p:nvSpPr>
          <p:cNvPr id="8" name="Google Shape;494;p69">
            <a:extLst>
              <a:ext uri="{FF2B5EF4-FFF2-40B4-BE49-F238E27FC236}">
                <a16:creationId xmlns:a16="http://schemas.microsoft.com/office/drawing/2014/main" id="{569F0DF1-BA32-E45E-4FC3-1235D790B963}"/>
              </a:ext>
            </a:extLst>
          </p:cNvPr>
          <p:cNvSpPr txBox="1">
            <a:spLocks/>
          </p:cNvSpPr>
          <p:nvPr/>
        </p:nvSpPr>
        <p:spPr>
          <a:xfrm>
            <a:off x="6808577" y="1330036"/>
            <a:ext cx="2005652" cy="528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sz="1400" b="1">
                <a:solidFill>
                  <a:srgbClr val="CC8A42"/>
                </a:solidFill>
              </a:rPr>
              <a:t>Não se aplica</a:t>
            </a:r>
          </a:p>
        </p:txBody>
      </p:sp>
      <p:pic>
        <p:nvPicPr>
          <p:cNvPr id="460" name="Picture 459" descr="radar_geral_228530570646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4873" y="1932709"/>
            <a:ext cx="5960658" cy="260465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459;p62">
            <a:extLst>
              <a:ext uri="{FF2B5EF4-FFF2-40B4-BE49-F238E27FC236}">
                <a16:creationId xmlns:a16="http://schemas.microsoft.com/office/drawing/2014/main" id="{43281DC7-3459-08A0-7F6A-BB54F5D6FA7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629158" y="224461"/>
            <a:ext cx="6296373" cy="86312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Competências de Liderança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E4F56376-998C-709A-4016-152E6EB8108C}"/>
              </a:ext>
            </a:extLst>
          </p:cNvPr>
          <p:cNvSpPr txBox="1">
            <a:spLocks/>
          </p:cNvSpPr>
          <p:nvPr/>
        </p:nvSpPr>
        <p:spPr>
          <a:xfrm>
            <a:off x="2629158" y="995686"/>
            <a:ext cx="2005652" cy="86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lang="pt-BR" sz="1400" dirty="0">
                <a:solidFill>
                  <a:srgbClr val="CC8A42"/>
                </a:solidFill>
              </a:rPr>
              <a:t>Autoavaliação</a:t>
            </a:r>
          </a:p>
        </p:txBody>
      </p:sp>
      <p:sp>
        <p:nvSpPr>
          <p:cNvPr id="4" name="Google Shape;494;p69">
            <a:extLst>
              <a:ext uri="{FF2B5EF4-FFF2-40B4-BE49-F238E27FC236}">
                <a16:creationId xmlns:a16="http://schemas.microsoft.com/office/drawing/2014/main" id="{CA7CF135-3A94-0ED4-BFE9-72B2CB411235}"/>
              </a:ext>
            </a:extLst>
          </p:cNvPr>
          <p:cNvSpPr txBox="1">
            <a:spLocks/>
          </p:cNvSpPr>
          <p:nvPr/>
        </p:nvSpPr>
        <p:spPr>
          <a:xfrm>
            <a:off x="4634810" y="995686"/>
            <a:ext cx="2062466" cy="8631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lang="pt-BR" sz="1400" dirty="0">
                <a:solidFill>
                  <a:srgbClr val="CC8A42"/>
                </a:solidFill>
              </a:rPr>
              <a:t>Avaliação dos Líderes</a:t>
            </a:r>
          </a:p>
        </p:txBody>
      </p:sp>
      <p:sp>
        <p:nvSpPr>
          <p:cNvPr id="5" name="Google Shape;494;p69">
            <a:extLst>
              <a:ext uri="{FF2B5EF4-FFF2-40B4-BE49-F238E27FC236}">
                <a16:creationId xmlns:a16="http://schemas.microsoft.com/office/drawing/2014/main" id="{F4B9F17F-8E69-9940-675A-A6F7701A0EB9}"/>
              </a:ext>
            </a:extLst>
          </p:cNvPr>
          <p:cNvSpPr txBox="1">
            <a:spLocks/>
          </p:cNvSpPr>
          <p:nvPr/>
        </p:nvSpPr>
        <p:spPr>
          <a:xfrm>
            <a:off x="6697276" y="995685"/>
            <a:ext cx="2228255" cy="528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lang="pt-BR" sz="1400" dirty="0">
                <a:solidFill>
                  <a:srgbClr val="CC8A42"/>
                </a:solidFill>
              </a:rPr>
              <a:t>Avaliação dos Liderados</a:t>
            </a:r>
          </a:p>
        </p:txBody>
      </p:sp>
      <p:sp>
        <p:nvSpPr>
          <p:cNvPr id="7" name="Google Shape;494;p69">
            <a:extLst>
              <a:ext uri="{FF2B5EF4-FFF2-40B4-BE49-F238E27FC236}">
                <a16:creationId xmlns:a16="http://schemas.microsoft.com/office/drawing/2014/main" id="{0AA09AA7-2986-7A0E-41DB-C206555C6777}"/>
              </a:ext>
            </a:extLst>
          </p:cNvPr>
          <p:cNvSpPr txBox="1">
            <a:spLocks/>
          </p:cNvSpPr>
          <p:nvPr/>
        </p:nvSpPr>
        <p:spPr>
          <a:xfrm>
            <a:off x="2657565" y="1366989"/>
            <a:ext cx="2005652" cy="528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sz="1400" b="1">
                <a:solidFill>
                  <a:srgbClr val="CC8A42"/>
                </a:solidFill>
              </a:rPr>
              <a:t>Não se aplica</a:t>
            </a:r>
          </a:p>
        </p:txBody>
      </p:sp>
      <p:sp>
        <p:nvSpPr>
          <p:cNvPr id="8" name="Google Shape;494;p69">
            <a:extLst>
              <a:ext uri="{FF2B5EF4-FFF2-40B4-BE49-F238E27FC236}">
                <a16:creationId xmlns:a16="http://schemas.microsoft.com/office/drawing/2014/main" id="{170E24E1-93AE-63DB-CA7C-98ED3429E8EC}"/>
              </a:ext>
            </a:extLst>
          </p:cNvPr>
          <p:cNvSpPr txBox="1">
            <a:spLocks/>
          </p:cNvSpPr>
          <p:nvPr/>
        </p:nvSpPr>
        <p:spPr>
          <a:xfrm>
            <a:off x="4663217" y="1366989"/>
            <a:ext cx="2005652" cy="528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sz="1400" b="1">
                <a:solidFill>
                  <a:srgbClr val="CC8A42"/>
                </a:solidFill>
              </a:rPr>
              <a:t>Não se aplica</a:t>
            </a:r>
          </a:p>
        </p:txBody>
      </p:sp>
      <p:sp>
        <p:nvSpPr>
          <p:cNvPr id="9" name="Google Shape;494;p69">
            <a:extLst>
              <a:ext uri="{FF2B5EF4-FFF2-40B4-BE49-F238E27FC236}">
                <a16:creationId xmlns:a16="http://schemas.microsoft.com/office/drawing/2014/main" id="{FAC42052-1087-55EA-3A41-067FA2E63941}"/>
              </a:ext>
            </a:extLst>
          </p:cNvPr>
          <p:cNvSpPr txBox="1">
            <a:spLocks/>
          </p:cNvSpPr>
          <p:nvPr/>
        </p:nvSpPr>
        <p:spPr>
          <a:xfrm>
            <a:off x="6754090" y="1366989"/>
            <a:ext cx="2005652" cy="528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sz="1400" b="1">
                <a:solidFill>
                  <a:srgbClr val="CC8A42"/>
                </a:solidFill>
              </a:rPr>
              <a:t>Não se aplica</a:t>
            </a:r>
          </a:p>
        </p:txBody>
      </p:sp>
      <p:pic>
        <p:nvPicPr>
          <p:cNvPr id="10" name="Picture 9" descr="radar_lideranca_228530570646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4873" y="1932709"/>
            <a:ext cx="5960658" cy="260465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58"/>
          <p:cNvSpPr txBox="1">
            <a:spLocks noGrp="1"/>
          </p:cNvSpPr>
          <p:nvPr>
            <p:ph type="title"/>
          </p:nvPr>
        </p:nvSpPr>
        <p:spPr>
          <a:xfrm>
            <a:off x="2276175" y="1478250"/>
            <a:ext cx="3830100" cy="218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Detalhamento das competências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/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Visão Sistêmica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CF4E36FA-1998-B53B-5CC5-51B736E1DC1D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7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Identifica como os desafios cotidianos estão relacionados a contextos mais amplos, do Estado e da política educacional.</a:t>
            </a:r>
          </a:p>
        </p:txBody>
      </p:sp>
      <p:pic>
        <p:nvPicPr>
          <p:cNvPr id="536" name="Picture 535" descr="VS_1_228530570646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EB419A44-2583-B2EA-7CA2-7DD4680B3A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0644C91C-8548-2165-4F14-5417A401BA0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Visão Sistêmica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F2D9DD7D-7B17-6D86-FEE8-A310A9092FAA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Identifica e compartilha com o time possíveis ferramentas e soluções para o andamento do projeto.</a:t>
            </a:r>
          </a:p>
        </p:txBody>
      </p:sp>
      <p:pic>
        <p:nvPicPr>
          <p:cNvPr id="536" name="Picture 535" descr="VS_2_228530570646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41276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E812BC5D-E166-255F-5D1E-97246B277C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B924794C-503E-3F4F-C251-F5326FE5EE5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Visão Sistêmica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951FB12E-8076-F687-0728-2130BBFD9FD6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Entende e colabora com as demais frentes do projeto, quando há oportunidade de trocas e compartilhamentos.</a:t>
            </a:r>
          </a:p>
        </p:txBody>
      </p:sp>
      <p:pic>
        <p:nvPicPr>
          <p:cNvPr id="536" name="Picture 535" descr="VS_1_228530570646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80915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CC998D59-5344-BC91-1216-48EC64DDF9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0FF5C803-2EF6-7EAC-9910-7A48EAE6EA2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Visão Sistêmica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643D1804-5D8D-F0C6-C990-C0663C7CBCAF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Demonstra compreensão do impacto do seu trabalho nos objetivos do time e da empresa.</a:t>
            </a:r>
          </a:p>
        </p:txBody>
      </p:sp>
      <p:pic>
        <p:nvPicPr>
          <p:cNvPr id="536" name="Picture 535" descr="VS_1_228530570646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41680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/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Gestão e Liderança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ECE26579-9ED8-0F68-0500-A9BECA6B674C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Mantém o canal aberto para troca, de forma que todos sintam-se à vontade de pedir direcionamentos e propor soluções.</a:t>
            </a:r>
          </a:p>
        </p:txBody>
      </p:sp>
      <p:pic>
        <p:nvPicPr>
          <p:cNvPr id="542" name="Picture 541" descr="GL_1_228530570646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752554A9-8B8B-FC49-655C-5462A490DE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CC6D925D-155E-58BE-A826-FF00098EA7D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Gestão e Liderança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26EB29E9-082C-9C18-A72D-1E88AB78C9AA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Incentiva e colabora com as pessoas em suas jornadas de aprendizagem.</a:t>
            </a:r>
          </a:p>
        </p:txBody>
      </p:sp>
      <p:pic>
        <p:nvPicPr>
          <p:cNvPr id="542" name="Picture 541" descr="GL_1_228530570646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88906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B8E95000-0196-6D42-0F8E-232F66C980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E6DD40CA-258B-DB8F-07B1-233566E781F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Gestão e Liderança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577AC33F-4D56-EFA2-2734-94D4C7EF8432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Tem uma boa autogestão do seu tempo e das suas prioridades.</a:t>
            </a:r>
          </a:p>
        </p:txBody>
      </p:sp>
      <p:pic>
        <p:nvPicPr>
          <p:cNvPr id="542" name="Picture 541" descr="GL_3_228530570646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02837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4A960EEF-D7BE-686A-57DD-4CAECE526E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8E38F94C-E94E-6303-2A32-E85F8BA6D82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Relacionamento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9E83F5E6-6D86-3035-17A7-5DEC0D0CCF7C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Cativa os parceiros e constrói uma relação de parceria virtuosa e duradoura.</a:t>
            </a:r>
          </a:p>
        </p:txBody>
      </p:sp>
      <p:pic>
        <p:nvPicPr>
          <p:cNvPr id="536" name="Picture 535" descr="REL_1_228530570646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04304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A2994483-A0B9-6F72-7BFE-E66C3C8BC8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760B10EE-8E70-A946-2EF2-5572E3D32C5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Relacionamento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0AFA315D-3852-D6D3-6429-B7D378B7D44B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Cria vínculos profissionais de confiança, é aberto e se torna uma referência positiva para os parceiros.</a:t>
            </a:r>
          </a:p>
        </p:txBody>
      </p:sp>
      <p:pic>
        <p:nvPicPr>
          <p:cNvPr id="536" name="Picture 535" descr="REL_2_228530570646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86572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93AED10C-7176-4021-7DD4-EAAE4AD6A9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465F90E7-ABC7-A8EF-628B-513E9B828A8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Comunicação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4D175FD5-BC2F-83AD-72C8-2CD422A08EAF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É assertivo, consegue passar de forma objetiva a ideia que deseja.</a:t>
            </a:r>
          </a:p>
        </p:txBody>
      </p:sp>
      <p:pic>
        <p:nvPicPr>
          <p:cNvPr id="542" name="Picture 541" descr="COM_1_228530570646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24437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3F29A92B-7F5F-1944-9BA9-0ADB436789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BB9EEC4B-866A-FA42-772B-493E0B29AAD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Comunicação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688C15FC-0D9F-40E0-2A89-3E96B9A0275C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Se comunica de forma clara, aberta e não violenta.</a:t>
            </a:r>
          </a:p>
        </p:txBody>
      </p:sp>
      <p:pic>
        <p:nvPicPr>
          <p:cNvPr id="542" name="Picture 541" descr="COM_2_228530570646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55316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D2527BA0-CFC4-E688-E698-68D00C5498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1F0DA609-CFC3-4210-E34B-4B5C18B368C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Comunicação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E6BFF6DE-4F66-1220-6375-E1B2024875E2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Percebe a importância da comunicação não verbal e o impacto no ambiente de trabalho, prezando por uma postura profissional, ética e adequada aos ambientes profissionais em que está inserido.</a:t>
            </a:r>
          </a:p>
        </p:txBody>
      </p:sp>
      <p:pic>
        <p:nvPicPr>
          <p:cNvPr id="542" name="Picture 541" descr="COM_1_228530570646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61372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3EC43D09-A0E2-24BD-4582-5C79990783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18D3D5C7-1502-D701-8243-A29511DB4CA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Aprendizagem e Desenvolvimento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C9151736-E37A-8F6C-C62B-9633D2EC7F3C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Compartilha a própria experiência, conhecimentos especializados e boas práticas com outros(as) colaboradores(as).</a:t>
            </a:r>
          </a:p>
        </p:txBody>
      </p:sp>
      <p:pic>
        <p:nvPicPr>
          <p:cNvPr id="536" name="Picture 535" descr="AD_1_228530570646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967091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6F4E1673-0D49-D585-7C75-0383EC9ECD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4AC282D3-F17C-9ABB-EB92-3F3065C74C7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lvl="0"/>
            <a:r>
              <a:rPr lang="pt-BR" dirty="0"/>
              <a:t>Aprendizagem e Desenvolvimento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FBE1B230-D0EE-8D23-11DD-55A3D3C20CB6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Identifica e utiliza conhecimentos de fontes internas e externas no trabalho para potencializar a sua atuação profissional.</a:t>
            </a:r>
          </a:p>
        </p:txBody>
      </p:sp>
      <p:pic>
        <p:nvPicPr>
          <p:cNvPr id="536" name="Picture 535" descr="AD_1_228530570646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886668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A01AC423-2F2B-6DC7-5594-B610119E0C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D4F3B2F5-A82F-9D39-DA7D-651D70E261A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lvl="0"/>
            <a:r>
              <a:rPr lang="pt-BR" dirty="0"/>
              <a:t>Aprendizagem e Desenvolvimento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3E8C0B9C-32A1-26CD-C652-CB7AF5F2F980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Busca se desenvolver em conhecimentos que percebe que são necessário e que ainda representam lacunas na sua atuação.</a:t>
            </a:r>
          </a:p>
        </p:txBody>
      </p:sp>
      <p:pic>
        <p:nvPicPr>
          <p:cNvPr id="536" name="Picture 535" descr="AD_1_228530570646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161429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19081224-3C21-7300-002D-E8B4B5F289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CA858665-5E51-2587-E227-945F9284FD7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lvl="0"/>
            <a:r>
              <a:rPr lang="pt-BR" dirty="0"/>
              <a:t>Aprendizagem e Desenvolvimento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CDE2B152-4349-26CD-DCC0-13A6EEC444FB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Tem autonomia no próprio desenvolvimento e aprendizado.</a:t>
            </a:r>
          </a:p>
        </p:txBody>
      </p:sp>
      <p:pic>
        <p:nvPicPr>
          <p:cNvPr id="536" name="Picture 535" descr="AD_4_228530570646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965966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F1786AFE-D794-730A-39C1-7885C663CC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A2DB8F65-0FF9-37D3-B291-43E82A847CB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Execução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0D462921-5E91-B75E-3CE7-61C1E9481336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Identifica, encaminha, endereça e resolve as dificuldades encontradas no dia a dia.</a:t>
            </a:r>
          </a:p>
        </p:txBody>
      </p:sp>
      <p:pic>
        <p:nvPicPr>
          <p:cNvPr id="542" name="Picture 541" descr="EX_1_228530570646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556586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08180E11-0D4C-FFEA-70BE-E17E8B9237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1E324675-03EE-5B52-72EC-6ED86DA2833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Execução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A3970CAA-9BDE-28EC-D6B1-7F45815E9EF2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Sabe lidar com questões conjunturais e imprevistos, compreendendo as necessidades do projeto e realiza as alterações de rota quando necessário, conseguindo entregar valor aos clientes.</a:t>
            </a:r>
          </a:p>
        </p:txBody>
      </p:sp>
      <p:pic>
        <p:nvPicPr>
          <p:cNvPr id="542" name="Picture 541" descr="EX_1_228530570646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355618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B25AA1DE-A2EF-7B24-6023-C360653891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6C0D5C13-A912-71AD-EAB9-666CD79C77D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Execução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EF50E948-9439-ADFB-5604-0BD5D82D7421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Transforma ideias em ações concretas que contribuam com melhorias e resultados do projeto.</a:t>
            </a:r>
          </a:p>
        </p:txBody>
      </p:sp>
      <p:pic>
        <p:nvPicPr>
          <p:cNvPr id="542" name="Picture 541" descr="EX_1_228530570646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493520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61"/>
          <p:cNvSpPr txBox="1">
            <a:spLocks noGrp="1"/>
          </p:cNvSpPr>
          <p:nvPr>
            <p:ph type="title"/>
          </p:nvPr>
        </p:nvSpPr>
        <p:spPr>
          <a:xfrm>
            <a:off x="2276175" y="1478250"/>
            <a:ext cx="3830100" cy="218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Questões Abertas</a:t>
            </a:r>
            <a:endParaRPr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69"/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922300" cy="67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dirty="0"/>
              <a:t>Pontos Fortes:</a:t>
            </a:r>
            <a:br>
              <a:rPr lang="pt-BR" dirty="0"/>
            </a:br>
            <a:r>
              <a:rPr lang="pt-BR" dirty="0"/>
              <a:t>Autoavaliação</a:t>
            </a:r>
            <a:endParaRPr dirty="0"/>
          </a:p>
        </p:txBody>
      </p:sp>
      <p:sp>
        <p:nvSpPr>
          <p:cNvPr id="495" name="Google Shape;495;p69"/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793938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t>Acredito que tenho como pontos fortes: comunicação eficaz, liderança, organização e planejamento.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B1BF15D9-F1CB-A43D-4959-306E2FDA3DC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922300" cy="67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dirty="0"/>
              <a:t>Pontos Fortes:</a:t>
            </a:r>
            <a:br>
              <a:rPr lang="pt-BR" dirty="0"/>
            </a:br>
            <a:r>
              <a:rPr lang="pt-BR" dirty="0"/>
              <a:t>Respondido pela Liderança</a:t>
            </a:r>
            <a:endParaRPr dirty="0"/>
          </a:p>
        </p:txBody>
      </p:sp>
      <p:sp>
        <p:nvSpPr>
          <p:cNvPr id="3" name="Google Shape;495;p69">
            <a:extLst>
              <a:ext uri="{FF2B5EF4-FFF2-40B4-BE49-F238E27FC236}">
                <a16:creationId xmlns:a16="http://schemas.microsoft.com/office/drawing/2014/main" id="{6A8A7C1B-10D1-3529-3C4B-2FB512C09F2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793938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t>Durante o período avaliado, Sarah Mesquita demonstrou um desempenho de excelência, contribuindo de forma decisiva para a qualidade e o avanço das ações do projeto. Sua capacidade analítica é um dos aspectos mais notáveis do seu trabalho: ela interpreta dados com precisão, articula evidências educacionais de maneira consistente e produz análises que subsidiam tomadas de decisão fundamentadas e estratégicas.</a:t>
            </a:r>
          </a:p>
          <a:p>
            <a:r>
              <a:t>Sarah atua como especialista em avaliações educacionais, demonstrando domínio conceitual, metodológico e técnico. Sua expertise se reflete na elaboração e no acompanhamento de instrumentos avaliativos, matrizes, descritores, na interpretação criteriosa de resultados e na capacidade de traduzir informações complexas em orientações claras para diferentes públicos.</a:t>
            </a:r>
          </a:p>
          <a:p>
            <a:r>
              <a:t>Sua postura profission...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494;p69">
            <a:extLst>
              <a:ext uri="{FF2B5EF4-FFF2-40B4-BE49-F238E27FC236}">
                <a16:creationId xmlns:a16="http://schemas.microsoft.com/office/drawing/2014/main" id="{E657CD64-7829-73BF-341D-05157CDF731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922300" cy="67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dirty="0"/>
              <a:t>Pontos Fortes:</a:t>
            </a:r>
            <a:br>
              <a:rPr lang="pt-BR" dirty="0"/>
            </a:br>
            <a:r>
              <a:rPr lang="pt-BR" dirty="0"/>
              <a:t>Respondido pelos Liderados</a:t>
            </a:r>
            <a:endParaRPr dirty="0"/>
          </a:p>
        </p:txBody>
      </p:sp>
      <p:sp>
        <p:nvSpPr>
          <p:cNvPr id="5" name="Google Shape;495;p69">
            <a:extLst>
              <a:ext uri="{FF2B5EF4-FFF2-40B4-BE49-F238E27FC236}">
                <a16:creationId xmlns:a16="http://schemas.microsoft.com/office/drawing/2014/main" id="{A15A85E3-60FB-9E2C-F498-FC2ECE2B32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793938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t>Não se aplica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72"/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400600" cy="68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dirty="0"/>
              <a:t>Oportunidades de Desenvolvimento:</a:t>
            </a:r>
            <a:br>
              <a:rPr lang="pt-BR" dirty="0"/>
            </a:br>
            <a:r>
              <a:rPr lang="pt-BR" dirty="0"/>
              <a:t>Autoavaliação</a:t>
            </a:r>
            <a:endParaRPr dirty="0"/>
          </a:p>
        </p:txBody>
      </p:sp>
      <p:sp>
        <p:nvSpPr>
          <p:cNvPr id="2" name="Google Shape;495;p69">
            <a:extLst>
              <a:ext uri="{FF2B5EF4-FFF2-40B4-BE49-F238E27FC236}">
                <a16:creationId xmlns:a16="http://schemas.microsoft.com/office/drawing/2014/main" id="{AB23CA61-4BB9-257C-6E00-6870B7656E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793938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t>Gostaria de desenvolver melhor meu foco estratégico, buscando aprimorar aspectos relativos à liderança e mentoria.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515;p72">
            <a:extLst>
              <a:ext uri="{FF2B5EF4-FFF2-40B4-BE49-F238E27FC236}">
                <a16:creationId xmlns:a16="http://schemas.microsoft.com/office/drawing/2014/main" id="{9D2C1F01-8A14-60F1-7C89-2DCCBA7A12F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400600" cy="68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dirty="0">
                <a:solidFill>
                  <a:srgbClr val="00A6DC"/>
                </a:solidFill>
              </a:rPr>
              <a:t>Oportunidades de Desenvolvimento:</a:t>
            </a:r>
            <a:br>
              <a:rPr lang="pt-BR" dirty="0">
                <a:solidFill>
                  <a:srgbClr val="00A6DC"/>
                </a:solidFill>
              </a:rPr>
            </a:br>
            <a:r>
              <a:rPr lang="pt-BR" dirty="0">
                <a:solidFill>
                  <a:srgbClr val="00A6DC"/>
                </a:solidFill>
              </a:rPr>
              <a:t>Respondido pela Liderança</a:t>
            </a:r>
            <a:endParaRPr dirty="0">
              <a:solidFill>
                <a:srgbClr val="00A6DC"/>
              </a:solidFill>
            </a:endParaRPr>
          </a:p>
        </p:txBody>
      </p:sp>
      <p:sp>
        <p:nvSpPr>
          <p:cNvPr id="3" name="Google Shape;495;p69">
            <a:extLst>
              <a:ext uri="{FF2B5EF4-FFF2-40B4-BE49-F238E27FC236}">
                <a16:creationId xmlns:a16="http://schemas.microsoft.com/office/drawing/2014/main" id="{4D2771D3-5C4A-6DA5-2B00-41083A703C8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793938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t>Embora Sarah Mesquita apresente um desempenho de alto nível e uma sólida expertise em avaliações educacionais, há oportunidades de desenvolvimento que podem potencializar ainda mais sua atuação e ampliar o impacto de suas contribuições no projeto.</a:t>
            </a:r>
          </a:p>
          <a:p>
            <a:r>
              <a:t>Um primeiro ponto de aprimoramento diz respeito ao aprofundamento no tema da recomposição das aprendizagens. Considerando os desafios contemporâneos da educação básica, expandir ainda mais seu repertório teórico e metodológico nessa área pode favorecer a elaboração de estratégias mais direcionadas às necessidades reais das redes e das escolas. Esse aprofundamento fortalecerá a integração entre diagnóstico e ação pedagógica aplicada em sua concretude.</a:t>
            </a:r>
          </a:p>
          <a:p>
            <a:r>
              <a:t>Um segundo ponto é a conclusão do seu curso de doutorado em linguística, o que pode potenciali...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3">
          <a:extLst>
            <a:ext uri="{FF2B5EF4-FFF2-40B4-BE49-F238E27FC236}">
              <a16:creationId xmlns:a16="http://schemas.microsoft.com/office/drawing/2014/main" id="{9A9797EA-2C72-A077-F91D-ABCFAC6A98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69">
            <a:extLst>
              <a:ext uri="{FF2B5EF4-FFF2-40B4-BE49-F238E27FC236}">
                <a16:creationId xmlns:a16="http://schemas.microsoft.com/office/drawing/2014/main" id="{EB13F054-EAFC-5685-C39A-6E77052F320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922300" cy="67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dirty="0">
                <a:solidFill>
                  <a:srgbClr val="00A6DC"/>
                </a:solidFill>
              </a:rPr>
              <a:t>Oportunidades de Desenvolvimento:</a:t>
            </a:r>
            <a:br>
              <a:rPr lang="pt-BR" dirty="0">
                <a:solidFill>
                  <a:srgbClr val="00A6DC"/>
                </a:solidFill>
              </a:rPr>
            </a:br>
            <a:r>
              <a:rPr lang="pt-BR" dirty="0">
                <a:solidFill>
                  <a:srgbClr val="00A6DC"/>
                </a:solidFill>
              </a:rPr>
              <a:t>Respondido pelos Liderados</a:t>
            </a:r>
            <a:endParaRPr dirty="0">
              <a:solidFill>
                <a:srgbClr val="00A6DC"/>
              </a:solidFill>
            </a:endParaRPr>
          </a:p>
        </p:txBody>
      </p:sp>
      <p:sp>
        <p:nvSpPr>
          <p:cNvPr id="495" name="Google Shape;495;p69">
            <a:extLst>
              <a:ext uri="{FF2B5EF4-FFF2-40B4-BE49-F238E27FC236}">
                <a16:creationId xmlns:a16="http://schemas.microsoft.com/office/drawing/2014/main" id="{A97917A5-56EE-0921-7EFD-78BDE236F91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793938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t>Não se aplica</a:t>
            </a:r>
          </a:p>
        </p:txBody>
      </p:sp>
    </p:spTree>
    <p:extLst>
      <p:ext uri="{BB962C8B-B14F-4D97-AF65-F5344CB8AC3E}">
        <p14:creationId xmlns:p14="http://schemas.microsoft.com/office/powerpoint/2010/main" val="348103473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618</TotalTime>
  <Words>601</Words>
  <Application>Microsoft Office PowerPoint</Application>
  <PresentationFormat>Apresentação na tela (16:9)</PresentationFormat>
  <Paragraphs>89</Paragraphs>
  <Slides>31</Slides>
  <Notes>31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31</vt:i4>
      </vt:variant>
    </vt:vector>
  </HeadingPairs>
  <TitlesOfParts>
    <vt:vector size="36" baseType="lpstr">
      <vt:lpstr>Nunito ExtraBold</vt:lpstr>
      <vt:lpstr>Arial</vt:lpstr>
      <vt:lpstr>Catamaran ExtraBold</vt:lpstr>
      <vt:lpstr>Nunito</vt:lpstr>
      <vt:lpstr>Simple Light</vt:lpstr>
      <vt:lpstr>Avaliação de Desempenho 2025</vt:lpstr>
      <vt:lpstr>Competências Gerais</vt:lpstr>
      <vt:lpstr>Competências de Liderança</vt:lpstr>
      <vt:lpstr>Detalhamento das competências</vt:lpstr>
      <vt:lpstr>Visão Sistêmica</vt:lpstr>
      <vt:lpstr>Visão Sistêmica</vt:lpstr>
      <vt:lpstr>Visão Sistêmica</vt:lpstr>
      <vt:lpstr>Visão Sistêmica</vt:lpstr>
      <vt:lpstr>Gestão e Liderança</vt:lpstr>
      <vt:lpstr>Gestão e Liderança</vt:lpstr>
      <vt:lpstr>Gestão e Liderança</vt:lpstr>
      <vt:lpstr>Relacionamento</vt:lpstr>
      <vt:lpstr>Relacionamento</vt:lpstr>
      <vt:lpstr>Comunicação</vt:lpstr>
      <vt:lpstr>Comunicação</vt:lpstr>
      <vt:lpstr>Comunicação</vt:lpstr>
      <vt:lpstr>Aprendizagem e Desenvolvimento</vt:lpstr>
      <vt:lpstr>Aprendizagem e Desenvolvimento</vt:lpstr>
      <vt:lpstr>Aprendizagem e Desenvolvimento</vt:lpstr>
      <vt:lpstr>Aprendizagem e Desenvolvimento</vt:lpstr>
      <vt:lpstr>Execução</vt:lpstr>
      <vt:lpstr>Execução</vt:lpstr>
      <vt:lpstr>Execução</vt:lpstr>
      <vt:lpstr>Questões Abertas</vt:lpstr>
      <vt:lpstr>Pontos Fortes: Autoavaliação</vt:lpstr>
      <vt:lpstr>Pontos Fortes: Respondido pela Liderança</vt:lpstr>
      <vt:lpstr>Pontos Fortes: Respondido pelos Liderados</vt:lpstr>
      <vt:lpstr>Oportunidades de Desenvolvimento: Autoavaliação</vt:lpstr>
      <vt:lpstr>Oportunidades de Desenvolvimento: Respondido pela Liderança</vt:lpstr>
      <vt:lpstr>Oportunidades de Desenvolvimento: Respondido pelos Liderados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Hugo Bovareto de Oliveira Horsth</cp:lastModifiedBy>
  <cp:revision>10</cp:revision>
  <dcterms:modified xsi:type="dcterms:W3CDTF">2025-12-19T18:26:34Z</dcterms:modified>
</cp:coreProperties>
</file>