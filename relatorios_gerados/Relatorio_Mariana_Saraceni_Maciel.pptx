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33"/>
  </p:notesMasterIdLst>
  <p:sldIdLst>
    <p:sldId id="256" r:id="rId2"/>
    <p:sldId id="276" r:id="rId3"/>
    <p:sldId id="277" r:id="rId4"/>
    <p:sldId id="272" r:id="rId5"/>
    <p:sldId id="289" r:id="rId6"/>
    <p:sldId id="301" r:id="rId7"/>
    <p:sldId id="298" r:id="rId8"/>
    <p:sldId id="299" r:id="rId9"/>
    <p:sldId id="290"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275" r:id="rId25"/>
    <p:sldId id="283" r:id="rId26"/>
    <p:sldId id="284" r:id="rId27"/>
    <p:sldId id="285" r:id="rId28"/>
    <p:sldId id="286" r:id="rId29"/>
    <p:sldId id="287" r:id="rId30"/>
    <p:sldId id="316" r:id="rId31"/>
    <p:sldId id="293" r:id="rId32"/>
  </p:sldIdLst>
  <p:sldSz cx="9144000" cy="5143500" type="screen16x9"/>
  <p:notesSz cx="6858000" cy="9144000"/>
  <p:embeddedFontLst>
    <p:embeddedFont>
      <p:font typeface="Catamaran ExtraBold" panose="020B0604020202020204" charset="0"/>
      <p:bold r:id="rId34"/>
    </p:embeddedFont>
    <p:embeddedFont>
      <p:font typeface="Nunito" pitchFamily="2" charset="0"/>
      <p:regular r:id="rId35"/>
      <p:bold r:id="rId36"/>
      <p:italic r:id="rId37"/>
      <p:boldItalic r:id="rId38"/>
    </p:embeddedFont>
    <p:embeddedFont>
      <p:font typeface="Nunito ExtraBold" pitchFamily="2" charset="0"/>
      <p:bold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DC"/>
    <a:srgbClr val="CC8A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41775463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41775463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4433cd25e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4433cd25e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4433cd25e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4433cd25ef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41858a217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41858a217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4177546355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5B7D436E-8CFC-0A0C-0C32-8B5C81DC10DE}"/>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80BF559-01F7-0342-CAAC-5084836BA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280C0A-4E1D-FB1E-4432-12F73DC3D6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54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0D8C8D83-E5C0-D93F-7D21-9EE2015DAA5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B9A8D79-3980-DD17-3798-C87289D66E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AC16D134-51C4-7214-00EB-355331458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742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915645D-69C5-1E5E-DDAE-C54FCD2CA6B2}"/>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59B1195D-D0B2-6CEA-2FFE-671AC3D1B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F165D855-D189-42E8-95D8-079E754634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455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417754635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AF7D001A-3D9D-093F-8632-6F32C550993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516E20F-B25B-91BE-A496-E18151BCB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823014C-7804-4ED3-D156-8B38C7BEB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14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2C377DA2-A3BC-2937-6E95-BEED5C28F621}"/>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7C0CA4AA-03F5-4DD9-98A3-C310FE910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985902B9-43A9-44BF-D01F-95F4BC1354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8508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A45FAEC-FDF8-CD01-161C-35786D0E266D}"/>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03116048-0A28-6DF5-71FC-F5B90924C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43527797-2644-B511-BF96-C2F5E8EE55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35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10ECDD2-378F-C11C-EF2F-F43D3E513C2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66216CE-994B-A3A6-6924-CE3C0E37B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8BA229E7-188E-401A-2CE8-9E5D16D5BB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107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496F262D-F00F-C88F-75A3-FB10A17A0612}"/>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F0DE602-B622-4F0E-149F-C62A661E62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A9E304-CD1A-5825-B23D-9459351C1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011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0D826FE4-1961-F2DC-42D6-AF7B1C8F3763}"/>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3739A662-FA68-544A-07F0-397AE55A5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42556B89-1E91-818F-9C1B-7B11DDFD50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4025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3861238A-DBD3-74B4-CF16-2478A797ACB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B321EB15-4C55-46FD-C31A-590F9CB54E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CD5B44BF-78EB-F212-2FCA-B76294287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26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A96EA28D-8AA3-518E-B840-BF9167C33C91}"/>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A338C22-3CF1-94E3-A66E-2114A9D81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68FF3618-C609-57CA-C1A2-E5DD7101B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380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F2F250FE-ADFF-0BF6-A40E-35555A95508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6C589635-BACA-5EEE-0923-0A9AE17FD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29829D8-95AB-96B9-4E4E-A64A55EFA6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69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DF764C5F-B788-A792-ABFF-22335B722B84}"/>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83A87040-2205-56C1-A7F3-D5A8BCE46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D6E9062-0484-1DBE-E546-43BAC431E0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644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3F59B44-AB7B-5B80-BD91-DA3BD2C0A36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487B5BE-05E6-7F0C-47E2-00E7C04AA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37A52E-28B4-5C46-69C4-BA0660545F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4639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6B1869CA-A468-BD85-A5F9-1EA18FD56E57}"/>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023E7F36-F97D-246A-7EE7-9C9211B44D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185355F-D43E-AAC1-59FB-ED3A2A13A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896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9C76EDD0-0E6A-CF4B-C6F6-5D67477CB69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0D51B93-39B7-AE29-9CB1-FBD9D2AF8A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90F514-5A59-0877-DEA9-48427A012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884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BDD68253-42DD-4B53-B634-90531E91A64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52CA0FF-068F-0583-493D-C7B60BDC1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FCF95A3D-7DF1-DE73-F6A7-CF5EFAF95A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635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41858a217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41858a21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41858a217f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41858a217f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41858a21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41858a217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41858a217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41858a217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41858a217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41858a217f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41858a217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7C59F665-E10D-88C0-EE84-606D4FAB619B}"/>
            </a:ext>
          </a:extLst>
        </p:cNvPr>
        <p:cNvGrpSpPr/>
        <p:nvPr/>
      </p:nvGrpSpPr>
      <p:grpSpPr>
        <a:xfrm>
          <a:off x="0" y="0"/>
          <a:ext cx="0" cy="0"/>
          <a:chOff x="0" y="0"/>
          <a:chExt cx="0" cy="0"/>
        </a:xfrm>
      </p:grpSpPr>
      <p:sp>
        <p:nvSpPr>
          <p:cNvPr id="491" name="Google Shape;491;g341858a217f_0_57:notes">
            <a:extLst>
              <a:ext uri="{FF2B5EF4-FFF2-40B4-BE49-F238E27FC236}">
                <a16:creationId xmlns:a16="http://schemas.microsoft.com/office/drawing/2014/main" id="{2D3B0B3A-F8F1-BB9C-CADF-77ECFABC3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a:extLst>
              <a:ext uri="{FF2B5EF4-FFF2-40B4-BE49-F238E27FC236}">
                <a16:creationId xmlns:a16="http://schemas.microsoft.com/office/drawing/2014/main" id="{FB18C583-D78A-2A50-8491-2B76297746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3427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417754635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4177546355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9.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title="GARN_IDV_elementos_algodãoamareloclaro.png"/>
          <p:cNvPicPr preferRelativeResize="0"/>
          <p:nvPr/>
        </p:nvPicPr>
        <p:blipFill>
          <a:blip r:embed="rId2">
            <a:alphaModFix/>
          </a:blip>
          <a:stretch>
            <a:fillRect/>
          </a:stretch>
        </p:blipFill>
        <p:spPr>
          <a:xfrm rot="571523">
            <a:off x="2392029" y="4269901"/>
            <a:ext cx="228381" cy="560955"/>
          </a:xfrm>
          <a:prstGeom prst="rect">
            <a:avLst/>
          </a:prstGeom>
          <a:noFill/>
          <a:ln>
            <a:noFill/>
          </a:ln>
        </p:spPr>
      </p:pic>
      <p:pic>
        <p:nvPicPr>
          <p:cNvPr id="15" name="Google Shape;15;p3" title="GARN_IDV_elementos_algodãoamareloclaro2.png"/>
          <p:cNvPicPr preferRelativeResize="0"/>
          <p:nvPr/>
        </p:nvPicPr>
        <p:blipFill>
          <a:blip r:embed="rId3">
            <a:alphaModFix/>
          </a:blip>
          <a:stretch>
            <a:fillRect/>
          </a:stretch>
        </p:blipFill>
        <p:spPr>
          <a:xfrm rot="824407">
            <a:off x="2012200" y="4107865"/>
            <a:ext cx="323899" cy="678309"/>
          </a:xfrm>
          <a:prstGeom prst="rect">
            <a:avLst/>
          </a:prstGeom>
          <a:noFill/>
          <a:ln>
            <a:noFill/>
          </a:ln>
        </p:spPr>
      </p:pic>
      <p:pic>
        <p:nvPicPr>
          <p:cNvPr id="16" name="Google Shape;16;p3" title="GARN_IDV_elementos_algodãomarromclaro.png"/>
          <p:cNvPicPr preferRelativeResize="0"/>
          <p:nvPr/>
        </p:nvPicPr>
        <p:blipFill>
          <a:blip r:embed="rId4">
            <a:alphaModFix/>
          </a:blip>
          <a:stretch>
            <a:fillRect/>
          </a:stretch>
        </p:blipFill>
        <p:spPr>
          <a:xfrm rot="249561">
            <a:off x="1626050" y="4102260"/>
            <a:ext cx="323901" cy="795578"/>
          </a:xfrm>
          <a:prstGeom prst="rect">
            <a:avLst/>
          </a:prstGeom>
          <a:noFill/>
          <a:ln>
            <a:noFill/>
          </a:ln>
        </p:spPr>
      </p:pic>
      <p:pic>
        <p:nvPicPr>
          <p:cNvPr id="17" name="Google Shape;17;p3" title="GARN_IDV_elementos_algodãorosaclaro2.png"/>
          <p:cNvPicPr preferRelativeResize="0"/>
          <p:nvPr/>
        </p:nvPicPr>
        <p:blipFill>
          <a:blip r:embed="rId5">
            <a:alphaModFix/>
          </a:blip>
          <a:stretch>
            <a:fillRect/>
          </a:stretch>
        </p:blipFill>
        <p:spPr>
          <a:xfrm>
            <a:off x="2162959" y="4252233"/>
            <a:ext cx="285038" cy="596291"/>
          </a:xfrm>
          <a:prstGeom prst="rect">
            <a:avLst/>
          </a:prstGeom>
          <a:noFill/>
          <a:ln>
            <a:noFill/>
          </a:ln>
        </p:spPr>
      </p:pic>
      <p:sp>
        <p:nvSpPr>
          <p:cNvPr id="18" name="Google Shape;18;p3"/>
          <p:cNvSpPr/>
          <p:nvPr/>
        </p:nvSpPr>
        <p:spPr>
          <a:xfrm rot="10800000">
            <a:off x="-39" y="-5"/>
            <a:ext cx="9144000" cy="3870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 name="Google Shape;19;p3"/>
          <p:cNvSpPr/>
          <p:nvPr/>
        </p:nvSpPr>
        <p:spPr>
          <a:xfrm rot="10800000">
            <a:off x="-39" y="386995"/>
            <a:ext cx="9144000" cy="387000"/>
          </a:xfrm>
          <a:prstGeom prst="rect">
            <a:avLst/>
          </a:prstGeom>
          <a:solidFill>
            <a:srgbClr val="F4AD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 name="Google Shape;20;p3" title="GARN_IDV_elementos_sol.png"/>
          <p:cNvPicPr preferRelativeResize="0"/>
          <p:nvPr/>
        </p:nvPicPr>
        <p:blipFill>
          <a:blip r:embed="rId6">
            <a:alphaModFix/>
          </a:blip>
          <a:stretch>
            <a:fillRect/>
          </a:stretch>
        </p:blipFill>
        <p:spPr>
          <a:xfrm>
            <a:off x="5453113" y="-1610850"/>
            <a:ext cx="4043448" cy="4043474"/>
          </a:xfrm>
          <a:prstGeom prst="rect">
            <a:avLst/>
          </a:prstGeom>
          <a:noFill/>
          <a:ln>
            <a:noFill/>
          </a:ln>
        </p:spPr>
      </p:pic>
      <p:pic>
        <p:nvPicPr>
          <p:cNvPr id="21" name="Google Shape;21;p3" title="GARN_IDV_elementos_folhaverde2.png"/>
          <p:cNvPicPr preferRelativeResize="0"/>
          <p:nvPr/>
        </p:nvPicPr>
        <p:blipFill>
          <a:blip r:embed="rId7">
            <a:alphaModFix/>
          </a:blip>
          <a:stretch>
            <a:fillRect/>
          </a:stretch>
        </p:blipFill>
        <p:spPr>
          <a:xfrm rot="-5400000">
            <a:off x="96225" y="247823"/>
            <a:ext cx="1174977" cy="943826"/>
          </a:xfrm>
          <a:prstGeom prst="rect">
            <a:avLst/>
          </a:prstGeom>
          <a:noFill/>
          <a:ln>
            <a:noFill/>
          </a:ln>
        </p:spPr>
      </p:pic>
      <p:sp>
        <p:nvSpPr>
          <p:cNvPr id="22" name="Google Shape;22;p3"/>
          <p:cNvSpPr/>
          <p:nvPr/>
        </p:nvSpPr>
        <p:spPr>
          <a:xfrm rot="10800000">
            <a:off x="-39" y="4756495"/>
            <a:ext cx="9144000" cy="3870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 name="Google Shape;23;p3" title="GARN_IDV_elementos_cacto6.png"/>
          <p:cNvPicPr preferRelativeResize="0"/>
          <p:nvPr/>
        </p:nvPicPr>
        <p:blipFill>
          <a:blip r:embed="rId8">
            <a:alphaModFix/>
          </a:blip>
          <a:stretch>
            <a:fillRect/>
          </a:stretch>
        </p:blipFill>
        <p:spPr>
          <a:xfrm>
            <a:off x="-206820" y="1679056"/>
            <a:ext cx="1557174" cy="3260897"/>
          </a:xfrm>
          <a:prstGeom prst="rect">
            <a:avLst/>
          </a:prstGeom>
          <a:noFill/>
          <a:ln>
            <a:noFill/>
          </a:ln>
        </p:spPr>
      </p:pic>
      <p:sp>
        <p:nvSpPr>
          <p:cNvPr id="24" name="Google Shape;24;p3"/>
          <p:cNvSpPr txBox="1">
            <a:spLocks noGrp="1"/>
          </p:cNvSpPr>
          <p:nvPr>
            <p:ph type="title"/>
          </p:nvPr>
        </p:nvSpPr>
        <p:spPr>
          <a:xfrm>
            <a:off x="1597625" y="1218725"/>
            <a:ext cx="3408900" cy="20460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25" name="Google Shape;25;p3"/>
          <p:cNvSpPr txBox="1">
            <a:spLocks noGrp="1"/>
          </p:cNvSpPr>
          <p:nvPr>
            <p:ph type="subTitle" idx="1"/>
          </p:nvPr>
        </p:nvSpPr>
        <p:spPr>
          <a:xfrm>
            <a:off x="1597625" y="3264725"/>
            <a:ext cx="3106800" cy="387000"/>
          </a:xfrm>
          <a:prstGeom prst="rect">
            <a:avLst/>
          </a:prstGeom>
        </p:spPr>
        <p:txBody>
          <a:bodyPr spcFirstLastPara="1" wrap="square" lIns="91425" tIns="91425" rIns="91425" bIns="91425" anchor="t" anchorCtr="0">
            <a:normAutofit/>
          </a:bodyPr>
          <a:lstStyle>
            <a:lvl1pPr lvl="0">
              <a:spcBef>
                <a:spcPts val="0"/>
              </a:spcBef>
              <a:spcAft>
                <a:spcPts val="0"/>
              </a:spcAft>
              <a:buSzPts val="1000"/>
              <a:buNone/>
              <a:defRPr/>
            </a:lvl1pPr>
            <a:lvl2pPr lvl="1">
              <a:spcBef>
                <a:spcPts val="60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pic>
        <p:nvPicPr>
          <p:cNvPr id="26" name="Google Shape;26;p3" title="AssinaturasRégua-curta---hor---cor.png"/>
          <p:cNvPicPr preferRelativeResize="0"/>
          <p:nvPr/>
        </p:nvPicPr>
        <p:blipFill>
          <a:blip r:embed="rId9">
            <a:alphaModFix/>
          </a:blip>
          <a:stretch>
            <a:fillRect/>
          </a:stretch>
        </p:blipFill>
        <p:spPr>
          <a:xfrm>
            <a:off x="5755225" y="3640861"/>
            <a:ext cx="3106801" cy="84648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e seção 1 1 2 1 1 1 1 1 1 1">
  <p:cSld name="SECTION_HEADER_1_1_2_1_1_1_1_1_1_1">
    <p:spTree>
      <p:nvGrpSpPr>
        <p:cNvPr id="1" name="Shape 141"/>
        <p:cNvGrpSpPr/>
        <p:nvPr/>
      </p:nvGrpSpPr>
      <p:grpSpPr>
        <a:xfrm>
          <a:off x="0" y="0"/>
          <a:ext cx="0" cy="0"/>
          <a:chOff x="0" y="0"/>
          <a:chExt cx="0" cy="0"/>
        </a:xfrm>
      </p:grpSpPr>
      <p:sp>
        <p:nvSpPr>
          <p:cNvPr id="142" name="Google Shape;142;p13"/>
          <p:cNvSpPr/>
          <p:nvPr/>
        </p:nvSpPr>
        <p:spPr>
          <a:xfrm rot="10800000">
            <a:off x="-250" y="3808400"/>
            <a:ext cx="9152100" cy="21267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3" name="Google Shape;143;p13" title="GARN_IDV_elementos_rnbandeira.png"/>
          <p:cNvPicPr preferRelativeResize="0"/>
          <p:nvPr/>
        </p:nvPicPr>
        <p:blipFill>
          <a:blip r:embed="rId2">
            <a:alphaModFix/>
          </a:blip>
          <a:stretch>
            <a:fillRect/>
          </a:stretch>
        </p:blipFill>
        <p:spPr>
          <a:xfrm>
            <a:off x="6565600" y="3315325"/>
            <a:ext cx="1996023" cy="1149576"/>
          </a:xfrm>
          <a:prstGeom prst="rect">
            <a:avLst/>
          </a:prstGeom>
          <a:noFill/>
          <a:ln>
            <a:noFill/>
          </a:ln>
        </p:spPr>
      </p:pic>
      <p:sp>
        <p:nvSpPr>
          <p:cNvPr id="144" name="Google Shape;144;p13"/>
          <p:cNvSpPr txBox="1"/>
          <p:nvPr/>
        </p:nvSpPr>
        <p:spPr>
          <a:xfrm>
            <a:off x="332850" y="261050"/>
            <a:ext cx="183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800" b="1">
                <a:solidFill>
                  <a:srgbClr val="C4803F"/>
                </a:solidFill>
                <a:latin typeface="Nunito"/>
                <a:ea typeface="Nunito"/>
                <a:cs typeface="Nunito"/>
                <a:sym typeface="Nunito"/>
              </a:rPr>
              <a:t>Ficha técnica</a:t>
            </a:r>
            <a:endParaRPr sz="1800" b="1">
              <a:solidFill>
                <a:srgbClr val="C4803F"/>
              </a:solidFill>
              <a:latin typeface="Nunito"/>
              <a:ea typeface="Nunito"/>
              <a:cs typeface="Nunito"/>
              <a:sym typeface="Nuni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761275" y="192125"/>
            <a:ext cx="6219000" cy="693900"/>
          </a:xfrm>
          <a:prstGeom prst="rect">
            <a:avLst/>
          </a:prstGeom>
        </p:spPr>
        <p:txBody>
          <a:bodyPr spcFirstLastPara="1" wrap="square" lIns="91425" tIns="91425" rIns="91425" bIns="91425" anchor="t" anchorCtr="0">
            <a:normAutofit/>
          </a:bodyPr>
          <a:lstStyle>
            <a:lvl1pPr lvl="0">
              <a:spcBef>
                <a:spcPts val="0"/>
              </a:spcBef>
              <a:spcAft>
                <a:spcPts val="0"/>
              </a:spcAft>
              <a:buClr>
                <a:srgbClr val="CC8A42"/>
              </a:buClr>
              <a:buSzPts val="1600"/>
              <a:buNone/>
              <a:defRPr>
                <a:solidFill>
                  <a:srgbClr val="CC8A42"/>
                </a:solidFill>
              </a:defRPr>
            </a:lvl1pPr>
            <a:lvl2pPr lvl="1">
              <a:spcBef>
                <a:spcPts val="0"/>
              </a:spcBef>
              <a:spcAft>
                <a:spcPts val="0"/>
              </a:spcAft>
              <a:buClr>
                <a:srgbClr val="CC8A42"/>
              </a:buClr>
              <a:buSzPts val="2400"/>
              <a:buNone/>
              <a:defRPr>
                <a:solidFill>
                  <a:srgbClr val="CC8A42"/>
                </a:solidFill>
              </a:defRPr>
            </a:lvl2pPr>
            <a:lvl3pPr lvl="2">
              <a:spcBef>
                <a:spcPts val="0"/>
              </a:spcBef>
              <a:spcAft>
                <a:spcPts val="0"/>
              </a:spcAft>
              <a:buClr>
                <a:srgbClr val="CC8A42"/>
              </a:buClr>
              <a:buSzPts val="2400"/>
              <a:buNone/>
              <a:defRPr>
                <a:solidFill>
                  <a:srgbClr val="CC8A42"/>
                </a:solidFill>
              </a:defRPr>
            </a:lvl3pPr>
            <a:lvl4pPr lvl="3">
              <a:spcBef>
                <a:spcPts val="0"/>
              </a:spcBef>
              <a:spcAft>
                <a:spcPts val="0"/>
              </a:spcAft>
              <a:buClr>
                <a:srgbClr val="CC8A42"/>
              </a:buClr>
              <a:buSzPts val="2400"/>
              <a:buNone/>
              <a:defRPr>
                <a:solidFill>
                  <a:srgbClr val="CC8A42"/>
                </a:solidFill>
              </a:defRPr>
            </a:lvl4pPr>
            <a:lvl5pPr lvl="4">
              <a:spcBef>
                <a:spcPts val="0"/>
              </a:spcBef>
              <a:spcAft>
                <a:spcPts val="0"/>
              </a:spcAft>
              <a:buClr>
                <a:srgbClr val="CC8A42"/>
              </a:buClr>
              <a:buSzPts val="2400"/>
              <a:buNone/>
              <a:defRPr>
                <a:solidFill>
                  <a:srgbClr val="CC8A42"/>
                </a:solidFill>
              </a:defRPr>
            </a:lvl5pPr>
            <a:lvl6pPr lvl="5">
              <a:spcBef>
                <a:spcPts val="0"/>
              </a:spcBef>
              <a:spcAft>
                <a:spcPts val="0"/>
              </a:spcAft>
              <a:buClr>
                <a:srgbClr val="CC8A42"/>
              </a:buClr>
              <a:buSzPts val="2400"/>
              <a:buNone/>
              <a:defRPr>
                <a:solidFill>
                  <a:srgbClr val="CC8A42"/>
                </a:solidFill>
              </a:defRPr>
            </a:lvl6pPr>
            <a:lvl7pPr lvl="6">
              <a:spcBef>
                <a:spcPts val="0"/>
              </a:spcBef>
              <a:spcAft>
                <a:spcPts val="0"/>
              </a:spcAft>
              <a:buClr>
                <a:srgbClr val="CC8A42"/>
              </a:buClr>
              <a:buSzPts val="2400"/>
              <a:buNone/>
              <a:defRPr>
                <a:solidFill>
                  <a:srgbClr val="CC8A42"/>
                </a:solidFill>
              </a:defRPr>
            </a:lvl7pPr>
            <a:lvl8pPr lvl="7">
              <a:spcBef>
                <a:spcPts val="0"/>
              </a:spcBef>
              <a:spcAft>
                <a:spcPts val="0"/>
              </a:spcAft>
              <a:buClr>
                <a:srgbClr val="CC8A42"/>
              </a:buClr>
              <a:buSzPts val="2400"/>
              <a:buNone/>
              <a:defRPr>
                <a:solidFill>
                  <a:srgbClr val="CC8A42"/>
                </a:solidFill>
              </a:defRPr>
            </a:lvl8pPr>
            <a:lvl9pPr lvl="8">
              <a:spcBef>
                <a:spcPts val="0"/>
              </a:spcBef>
              <a:spcAft>
                <a:spcPts val="0"/>
              </a:spcAft>
              <a:buClr>
                <a:srgbClr val="CC8A42"/>
              </a:buClr>
              <a:buSzPts val="2400"/>
              <a:buNone/>
              <a:defRPr>
                <a:solidFill>
                  <a:srgbClr val="CC8A42"/>
                </a:solidFill>
              </a:defRPr>
            </a:lvl9pPr>
          </a:lstStyle>
          <a:p>
            <a:endParaRPr/>
          </a:p>
        </p:txBody>
      </p:sp>
      <p:sp>
        <p:nvSpPr>
          <p:cNvPr id="147" name="Google Shape;147;p14"/>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48" name="Google Shape;148;p1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149" name="Google Shape;149;p14" title="GARN_IDV_elementos_folhamarrom.png"/>
          <p:cNvPicPr preferRelativeResize="0"/>
          <p:nvPr/>
        </p:nvPicPr>
        <p:blipFill>
          <a:blip r:embed="rId2">
            <a:alphaModFix/>
          </a:blip>
          <a:stretch>
            <a:fillRect/>
          </a:stretch>
        </p:blipFill>
        <p:spPr>
          <a:xfrm rot="-3600008">
            <a:off x="-144744" y="-138622"/>
            <a:ext cx="775609" cy="959294"/>
          </a:xfrm>
          <a:prstGeom prst="rect">
            <a:avLst/>
          </a:prstGeom>
          <a:noFill/>
          <a:ln>
            <a:noFill/>
          </a:ln>
        </p:spPr>
      </p:pic>
      <p:sp>
        <p:nvSpPr>
          <p:cNvPr id="150" name="Google Shape;150;p14"/>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1" name="Google Shape;151;p14"/>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2" name="Google Shape;152;p14"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e corpo 2">
  <p:cSld name="TITLE_AND_BODY_2">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F2A4DD"/>
              </a:buClr>
              <a:buSzPts val="1600"/>
              <a:buNone/>
              <a:defRPr>
                <a:solidFill>
                  <a:srgbClr val="F2A4DD"/>
                </a:solidFill>
              </a:defRPr>
            </a:lvl1pPr>
            <a:lvl2pPr lvl="1">
              <a:spcBef>
                <a:spcPts val="0"/>
              </a:spcBef>
              <a:spcAft>
                <a:spcPts val="0"/>
              </a:spcAft>
              <a:buClr>
                <a:srgbClr val="F2A4DD"/>
              </a:buClr>
              <a:buSzPts val="2400"/>
              <a:buNone/>
              <a:defRPr>
                <a:solidFill>
                  <a:srgbClr val="F2A4DD"/>
                </a:solidFill>
              </a:defRPr>
            </a:lvl2pPr>
            <a:lvl3pPr lvl="2">
              <a:spcBef>
                <a:spcPts val="0"/>
              </a:spcBef>
              <a:spcAft>
                <a:spcPts val="0"/>
              </a:spcAft>
              <a:buClr>
                <a:srgbClr val="F2A4DD"/>
              </a:buClr>
              <a:buSzPts val="2400"/>
              <a:buNone/>
              <a:defRPr>
                <a:solidFill>
                  <a:srgbClr val="F2A4DD"/>
                </a:solidFill>
              </a:defRPr>
            </a:lvl3pPr>
            <a:lvl4pPr lvl="3">
              <a:spcBef>
                <a:spcPts val="0"/>
              </a:spcBef>
              <a:spcAft>
                <a:spcPts val="0"/>
              </a:spcAft>
              <a:buClr>
                <a:srgbClr val="F2A4DD"/>
              </a:buClr>
              <a:buSzPts val="2400"/>
              <a:buNone/>
              <a:defRPr>
                <a:solidFill>
                  <a:srgbClr val="F2A4DD"/>
                </a:solidFill>
              </a:defRPr>
            </a:lvl4pPr>
            <a:lvl5pPr lvl="4">
              <a:spcBef>
                <a:spcPts val="0"/>
              </a:spcBef>
              <a:spcAft>
                <a:spcPts val="0"/>
              </a:spcAft>
              <a:buClr>
                <a:srgbClr val="F2A4DD"/>
              </a:buClr>
              <a:buSzPts val="2400"/>
              <a:buNone/>
              <a:defRPr>
                <a:solidFill>
                  <a:srgbClr val="F2A4DD"/>
                </a:solidFill>
              </a:defRPr>
            </a:lvl5pPr>
            <a:lvl6pPr lvl="5">
              <a:spcBef>
                <a:spcPts val="0"/>
              </a:spcBef>
              <a:spcAft>
                <a:spcPts val="0"/>
              </a:spcAft>
              <a:buClr>
                <a:srgbClr val="F2A4DD"/>
              </a:buClr>
              <a:buSzPts val="2400"/>
              <a:buNone/>
              <a:defRPr>
                <a:solidFill>
                  <a:srgbClr val="F2A4DD"/>
                </a:solidFill>
              </a:defRPr>
            </a:lvl6pPr>
            <a:lvl7pPr lvl="6">
              <a:spcBef>
                <a:spcPts val="0"/>
              </a:spcBef>
              <a:spcAft>
                <a:spcPts val="0"/>
              </a:spcAft>
              <a:buClr>
                <a:srgbClr val="F2A4DD"/>
              </a:buClr>
              <a:buSzPts val="2400"/>
              <a:buNone/>
              <a:defRPr>
                <a:solidFill>
                  <a:srgbClr val="F2A4DD"/>
                </a:solidFill>
              </a:defRPr>
            </a:lvl7pPr>
            <a:lvl8pPr lvl="7">
              <a:spcBef>
                <a:spcPts val="0"/>
              </a:spcBef>
              <a:spcAft>
                <a:spcPts val="0"/>
              </a:spcAft>
              <a:buClr>
                <a:srgbClr val="F2A4DD"/>
              </a:buClr>
              <a:buSzPts val="2400"/>
              <a:buNone/>
              <a:defRPr>
                <a:solidFill>
                  <a:srgbClr val="F2A4DD"/>
                </a:solidFill>
              </a:defRPr>
            </a:lvl8pPr>
            <a:lvl9pPr lvl="8">
              <a:spcBef>
                <a:spcPts val="0"/>
              </a:spcBef>
              <a:spcAft>
                <a:spcPts val="0"/>
              </a:spcAft>
              <a:buClr>
                <a:srgbClr val="F2A4DD"/>
              </a:buClr>
              <a:buSzPts val="2400"/>
              <a:buNone/>
              <a:defRPr>
                <a:solidFill>
                  <a:srgbClr val="F2A4DD"/>
                </a:solidFill>
              </a:defRPr>
            </a:lvl9pPr>
          </a:lstStyle>
          <a:p>
            <a:endParaRPr/>
          </a:p>
        </p:txBody>
      </p:sp>
      <p:sp>
        <p:nvSpPr>
          <p:cNvPr id="155" name="Google Shape;155;p15"/>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6" name="Google Shape;156;p1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57" name="Google Shape;157;p15"/>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8" name="Google Shape;158;p15"/>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9" name="Google Shape;159;p15"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0" name="Google Shape;160;p15" title="GARN_IDV_elementos_velarosa.png"/>
          <p:cNvPicPr preferRelativeResize="0"/>
          <p:nvPr/>
        </p:nvPicPr>
        <p:blipFill>
          <a:blip r:embed="rId3">
            <a:alphaModFix/>
          </a:blip>
          <a:stretch>
            <a:fillRect/>
          </a:stretch>
        </p:blipFill>
        <p:spPr>
          <a:xfrm rot="1800003">
            <a:off x="237825" y="53926"/>
            <a:ext cx="485101" cy="7365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e corpo 2 2">
  <p:cSld name="TITLE_AND_BODY_2_2">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1600"/>
              <a:buNone/>
              <a:defRPr>
                <a:solidFill>
                  <a:srgbClr val="58A75B"/>
                </a:solidFill>
              </a:defRPr>
            </a:lvl1pPr>
            <a:lvl2pPr lvl="1">
              <a:spcBef>
                <a:spcPts val="0"/>
              </a:spcBef>
              <a:spcAft>
                <a:spcPts val="0"/>
              </a:spcAft>
              <a:buClr>
                <a:srgbClr val="58A75B"/>
              </a:buClr>
              <a:buSzPts val="2400"/>
              <a:buNone/>
              <a:defRPr>
                <a:solidFill>
                  <a:srgbClr val="58A75B"/>
                </a:solidFill>
              </a:defRPr>
            </a:lvl2pPr>
            <a:lvl3pPr lvl="2">
              <a:spcBef>
                <a:spcPts val="0"/>
              </a:spcBef>
              <a:spcAft>
                <a:spcPts val="0"/>
              </a:spcAft>
              <a:buClr>
                <a:srgbClr val="58A75B"/>
              </a:buClr>
              <a:buSzPts val="2400"/>
              <a:buNone/>
              <a:defRPr>
                <a:solidFill>
                  <a:srgbClr val="58A75B"/>
                </a:solidFill>
              </a:defRPr>
            </a:lvl3pPr>
            <a:lvl4pPr lvl="3">
              <a:spcBef>
                <a:spcPts val="0"/>
              </a:spcBef>
              <a:spcAft>
                <a:spcPts val="0"/>
              </a:spcAft>
              <a:buClr>
                <a:srgbClr val="58A75B"/>
              </a:buClr>
              <a:buSzPts val="2400"/>
              <a:buNone/>
              <a:defRPr>
                <a:solidFill>
                  <a:srgbClr val="58A75B"/>
                </a:solidFill>
              </a:defRPr>
            </a:lvl4pPr>
            <a:lvl5pPr lvl="4">
              <a:spcBef>
                <a:spcPts val="0"/>
              </a:spcBef>
              <a:spcAft>
                <a:spcPts val="0"/>
              </a:spcAft>
              <a:buClr>
                <a:srgbClr val="58A75B"/>
              </a:buClr>
              <a:buSzPts val="2400"/>
              <a:buNone/>
              <a:defRPr>
                <a:solidFill>
                  <a:srgbClr val="58A75B"/>
                </a:solidFill>
              </a:defRPr>
            </a:lvl5pPr>
            <a:lvl6pPr lvl="5">
              <a:spcBef>
                <a:spcPts val="0"/>
              </a:spcBef>
              <a:spcAft>
                <a:spcPts val="0"/>
              </a:spcAft>
              <a:buClr>
                <a:srgbClr val="58A75B"/>
              </a:buClr>
              <a:buSzPts val="2400"/>
              <a:buNone/>
              <a:defRPr>
                <a:solidFill>
                  <a:srgbClr val="58A75B"/>
                </a:solidFill>
              </a:defRPr>
            </a:lvl6pPr>
            <a:lvl7pPr lvl="6">
              <a:spcBef>
                <a:spcPts val="0"/>
              </a:spcBef>
              <a:spcAft>
                <a:spcPts val="0"/>
              </a:spcAft>
              <a:buClr>
                <a:srgbClr val="58A75B"/>
              </a:buClr>
              <a:buSzPts val="2400"/>
              <a:buNone/>
              <a:defRPr>
                <a:solidFill>
                  <a:srgbClr val="58A75B"/>
                </a:solidFill>
              </a:defRPr>
            </a:lvl7pPr>
            <a:lvl8pPr lvl="7">
              <a:spcBef>
                <a:spcPts val="0"/>
              </a:spcBef>
              <a:spcAft>
                <a:spcPts val="0"/>
              </a:spcAft>
              <a:buClr>
                <a:srgbClr val="58A75B"/>
              </a:buClr>
              <a:buSzPts val="2400"/>
              <a:buNone/>
              <a:defRPr>
                <a:solidFill>
                  <a:srgbClr val="58A75B"/>
                </a:solidFill>
              </a:defRPr>
            </a:lvl8pPr>
            <a:lvl9pPr lvl="8">
              <a:spcBef>
                <a:spcPts val="0"/>
              </a:spcBef>
              <a:spcAft>
                <a:spcPts val="0"/>
              </a:spcAft>
              <a:buClr>
                <a:srgbClr val="58A75B"/>
              </a:buClr>
              <a:buSzPts val="2400"/>
              <a:buNone/>
              <a:defRPr>
                <a:solidFill>
                  <a:srgbClr val="58A75B"/>
                </a:solidFill>
              </a:defRPr>
            </a:lvl9pPr>
          </a:lstStyle>
          <a:p>
            <a:endParaRPr/>
          </a:p>
        </p:txBody>
      </p:sp>
      <p:sp>
        <p:nvSpPr>
          <p:cNvPr id="163" name="Google Shape;163;p16"/>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4" name="Google Shape;164;p16"/>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65" name="Google Shape;165;p16"/>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6" name="Google Shape;166;p16"/>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7" name="Google Shape;167;p16"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8" name="Google Shape;168;p16" title="GARN_IDV_elementos_sol.png"/>
          <p:cNvPicPr preferRelativeResize="0"/>
          <p:nvPr/>
        </p:nvPicPr>
        <p:blipFill>
          <a:blip r:embed="rId3">
            <a:alphaModFix/>
          </a:blip>
          <a:stretch>
            <a:fillRect/>
          </a:stretch>
        </p:blipFill>
        <p:spPr>
          <a:xfrm>
            <a:off x="-364025" y="-98112"/>
            <a:ext cx="1040625" cy="1040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rpo 2 1">
  <p:cSld name="TITLE_AND_BODY_2_1">
    <p:spTree>
      <p:nvGrpSpPr>
        <p:cNvPr id="1" name="Shape 169"/>
        <p:cNvGrpSpPr/>
        <p:nvPr/>
      </p:nvGrpSpPr>
      <p:grpSpPr>
        <a:xfrm>
          <a:off x="0" y="0"/>
          <a:ext cx="0" cy="0"/>
          <a:chOff x="0" y="0"/>
          <a:chExt cx="0" cy="0"/>
        </a:xfrm>
      </p:grpSpPr>
      <p:sp>
        <p:nvSpPr>
          <p:cNvPr id="170" name="Google Shape;170;p17"/>
          <p:cNvSpPr txBox="1">
            <a:spLocks noGrp="1"/>
          </p:cNvSpPr>
          <p:nvPr>
            <p:ph type="title"/>
          </p:nvPr>
        </p:nvSpPr>
        <p:spPr>
          <a:xfrm>
            <a:off x="761275" y="192125"/>
            <a:ext cx="5477100" cy="673800"/>
          </a:xfrm>
          <a:prstGeom prst="rect">
            <a:avLst/>
          </a:prstGeom>
        </p:spPr>
        <p:txBody>
          <a:bodyPr spcFirstLastPara="1" wrap="square" lIns="91425" tIns="91425" rIns="91425" bIns="91425" anchor="t" anchorCtr="0">
            <a:normAutofit/>
          </a:bodyPr>
          <a:lstStyle>
            <a:lvl1pPr lvl="0">
              <a:spcBef>
                <a:spcPts val="0"/>
              </a:spcBef>
              <a:spcAft>
                <a:spcPts val="0"/>
              </a:spcAft>
              <a:buSzPts val="16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71" name="Google Shape;171;p17"/>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2" name="Google Shape;172;p17"/>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3" name="Google Shape;173;p17"/>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4" name="Google Shape;174;p17"/>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75" name="Google Shape;175;p17"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76" name="Google Shape;176;p17" title="GARN_IDV_elementos_cacto2.png"/>
          <p:cNvPicPr preferRelativeResize="0"/>
          <p:nvPr/>
        </p:nvPicPr>
        <p:blipFill>
          <a:blip r:embed="rId3">
            <a:alphaModFix/>
          </a:blip>
          <a:stretch>
            <a:fillRect/>
          </a:stretch>
        </p:blipFill>
        <p:spPr>
          <a:xfrm rot="2700000">
            <a:off x="-218461" y="10818"/>
            <a:ext cx="614671" cy="12871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e corpo 1">
  <p:cSld name="TITLE_AND_BODY_1">
    <p:spTree>
      <p:nvGrpSpPr>
        <p:cNvPr id="1" name="Shape 177"/>
        <p:cNvGrpSpPr/>
        <p:nvPr/>
      </p:nvGrpSpPr>
      <p:grpSpPr>
        <a:xfrm>
          <a:off x="0" y="0"/>
          <a:ext cx="0" cy="0"/>
          <a:chOff x="0" y="0"/>
          <a:chExt cx="0" cy="0"/>
        </a:xfrm>
      </p:grpSpPr>
      <p:sp>
        <p:nvSpPr>
          <p:cNvPr id="178" name="Google Shape;178;p18"/>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9" name="Google Shape;179;p18"/>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18"/>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a:bodyPr>
          <a:lstStyle>
            <a:lvl1pPr lvl="0">
              <a:spcBef>
                <a:spcPts val="0"/>
              </a:spcBef>
              <a:spcAft>
                <a:spcPts val="0"/>
              </a:spcAft>
              <a:buClr>
                <a:srgbClr val="00A6DC"/>
              </a:buClr>
              <a:buSzPts val="1600"/>
              <a:buNone/>
              <a:defRPr>
                <a:solidFill>
                  <a:srgbClr val="00A6DC"/>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81" name="Google Shape;181;p18"/>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82" name="Google Shape;182;p18"/>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pic>
        <p:nvPicPr>
          <p:cNvPr id="183" name="Google Shape;183;p18" title="GARN_IDV_elementos_rnazul.png"/>
          <p:cNvPicPr preferRelativeResize="0"/>
          <p:nvPr/>
        </p:nvPicPr>
        <p:blipFill>
          <a:blip r:embed="rId2">
            <a:alphaModFix/>
          </a:blip>
          <a:stretch>
            <a:fillRect/>
          </a:stretch>
        </p:blipFill>
        <p:spPr>
          <a:xfrm>
            <a:off x="-74776" y="192125"/>
            <a:ext cx="791099" cy="455600"/>
          </a:xfrm>
          <a:prstGeom prst="rect">
            <a:avLst/>
          </a:prstGeom>
          <a:noFill/>
          <a:ln>
            <a:noFill/>
          </a:ln>
        </p:spPr>
      </p:pic>
      <p:pic>
        <p:nvPicPr>
          <p:cNvPr id="184" name="Google Shape;184;p18"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F9D736"/>
        </a:solidFill>
        <a:effectLst/>
      </p:bgPr>
    </p:bg>
    <p:spTree>
      <p:nvGrpSpPr>
        <p:cNvPr id="1" name="Shape 205"/>
        <p:cNvGrpSpPr/>
        <p:nvPr/>
      </p:nvGrpSpPr>
      <p:grpSpPr>
        <a:xfrm>
          <a:off x="0" y="0"/>
          <a:ext cx="0" cy="0"/>
          <a:chOff x="0" y="0"/>
          <a:chExt cx="0" cy="0"/>
        </a:xfrm>
      </p:grpSpPr>
      <p:sp>
        <p:nvSpPr>
          <p:cNvPr id="206" name="Google Shape;206;p2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07" name="Google Shape;207;p24" title="GARN_IDV_elementos_solbranco.png"/>
          <p:cNvPicPr preferRelativeResize="0"/>
          <p:nvPr/>
        </p:nvPicPr>
        <p:blipFill>
          <a:blip r:embed="rId2">
            <a:alphaModFix/>
          </a:blip>
          <a:stretch>
            <a:fillRect/>
          </a:stretch>
        </p:blipFill>
        <p:spPr>
          <a:xfrm>
            <a:off x="-748525" y="1117125"/>
            <a:ext cx="2909251" cy="2909251"/>
          </a:xfrm>
          <a:prstGeom prst="rect">
            <a:avLst/>
          </a:prstGeom>
          <a:noFill/>
          <a:ln>
            <a:noFill/>
          </a:ln>
        </p:spPr>
      </p:pic>
      <p:sp>
        <p:nvSpPr>
          <p:cNvPr id="208" name="Google Shape;208;p24"/>
          <p:cNvSpPr/>
          <p:nvPr/>
        </p:nvSpPr>
        <p:spPr>
          <a:xfrm>
            <a:off x="6508200" y="-10950"/>
            <a:ext cx="26358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09" name="Google Shape;209;p24" title="GARN_IDV_elementos_algodãobranco2.png"/>
          <p:cNvPicPr preferRelativeResize="0"/>
          <p:nvPr/>
        </p:nvPicPr>
        <p:blipFill>
          <a:blip r:embed="rId3">
            <a:alphaModFix/>
          </a:blip>
          <a:stretch>
            <a:fillRect/>
          </a:stretch>
        </p:blipFill>
        <p:spPr>
          <a:xfrm rot="1799999">
            <a:off x="4928479" y="4035251"/>
            <a:ext cx="810901" cy="1696372"/>
          </a:xfrm>
          <a:prstGeom prst="rect">
            <a:avLst/>
          </a:prstGeom>
          <a:noFill/>
          <a:ln>
            <a:noFill/>
          </a:ln>
        </p:spPr>
      </p:pic>
      <p:pic>
        <p:nvPicPr>
          <p:cNvPr id="210" name="Google Shape;210;p24" title="GARN_IDV_elementos_folhaverdegrama2.png"/>
          <p:cNvPicPr preferRelativeResize="0"/>
          <p:nvPr/>
        </p:nvPicPr>
        <p:blipFill>
          <a:blip r:embed="rId4">
            <a:alphaModFix/>
          </a:blip>
          <a:stretch>
            <a:fillRect/>
          </a:stretch>
        </p:blipFill>
        <p:spPr>
          <a:xfrm>
            <a:off x="5731175" y="327400"/>
            <a:ext cx="3412826" cy="2741400"/>
          </a:xfrm>
          <a:prstGeom prst="rect">
            <a:avLst/>
          </a:prstGeom>
          <a:noFill/>
          <a:ln>
            <a:noFill/>
          </a:ln>
        </p:spPr>
      </p:pic>
      <p:sp>
        <p:nvSpPr>
          <p:cNvPr id="211" name="Google Shape;211;p24"/>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rgbClr val="C4803F"/>
              </a:buClr>
              <a:buSzPts val="2600"/>
              <a:buFont typeface="Nunito ExtraBold"/>
              <a:buNone/>
              <a:defRPr sz="2600" b="0">
                <a:solidFill>
                  <a:srgbClr val="C4803F"/>
                </a:solidFill>
                <a:latin typeface="Nunito ExtraBold"/>
                <a:ea typeface="Nunito ExtraBold"/>
                <a:cs typeface="Nunito ExtraBold"/>
                <a:sym typeface="Nunito ExtraBold"/>
              </a:defRPr>
            </a:lvl1pPr>
            <a:lvl2pPr lvl="1">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2pPr>
            <a:lvl3pPr lvl="2">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3pPr>
            <a:lvl4pPr lvl="3">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4pPr>
            <a:lvl5pPr lvl="4">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5pPr>
            <a:lvl6pPr lvl="5">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6pPr>
            <a:lvl7pPr lvl="6">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7pPr>
            <a:lvl8pPr lvl="7">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8pPr>
            <a:lvl9pPr lvl="8">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xto em uma coluna 1 1 1 2">
  <p:cSld name="ONE_COLUMN_TEXT_1_1_1_2">
    <p:bg>
      <p:bgPr>
        <a:solidFill>
          <a:srgbClr val="AED13F"/>
        </a:solidFill>
        <a:effectLst/>
      </p:bgPr>
    </p:bg>
    <p:spTree>
      <p:nvGrpSpPr>
        <p:cNvPr id="1" name="Shape 244"/>
        <p:cNvGrpSpPr/>
        <p:nvPr/>
      </p:nvGrpSpPr>
      <p:grpSpPr>
        <a:xfrm>
          <a:off x="0" y="0"/>
          <a:ext cx="0" cy="0"/>
          <a:chOff x="0" y="0"/>
          <a:chExt cx="0" cy="0"/>
        </a:xfrm>
      </p:grpSpPr>
      <p:sp>
        <p:nvSpPr>
          <p:cNvPr id="245" name="Google Shape;245;p29"/>
          <p:cNvSpPr/>
          <p:nvPr/>
        </p:nvSpPr>
        <p:spPr>
          <a:xfrm>
            <a:off x="6488750" y="-10925"/>
            <a:ext cx="26553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46" name="Google Shape;246;p2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47" name="Google Shape;247;p29" title="GARN_IDV_elementos_sol.png"/>
          <p:cNvPicPr preferRelativeResize="0"/>
          <p:nvPr/>
        </p:nvPicPr>
        <p:blipFill>
          <a:blip r:embed="rId2">
            <a:alphaModFix/>
          </a:blip>
          <a:stretch>
            <a:fillRect/>
          </a:stretch>
        </p:blipFill>
        <p:spPr>
          <a:xfrm>
            <a:off x="-753324" y="1117126"/>
            <a:ext cx="2918851" cy="2918876"/>
          </a:xfrm>
          <a:prstGeom prst="rect">
            <a:avLst/>
          </a:prstGeom>
          <a:noFill/>
          <a:ln>
            <a:noFill/>
          </a:ln>
        </p:spPr>
      </p:pic>
      <p:pic>
        <p:nvPicPr>
          <p:cNvPr id="248" name="Google Shape;248;p29" title="GARN_IDV_elementos_rnamarelo2.png"/>
          <p:cNvPicPr preferRelativeResize="0"/>
          <p:nvPr/>
        </p:nvPicPr>
        <p:blipFill>
          <a:blip r:embed="rId3">
            <a:alphaModFix/>
          </a:blip>
          <a:stretch>
            <a:fillRect/>
          </a:stretch>
        </p:blipFill>
        <p:spPr>
          <a:xfrm>
            <a:off x="5365180" y="390854"/>
            <a:ext cx="2622390" cy="1510250"/>
          </a:xfrm>
          <a:prstGeom prst="rect">
            <a:avLst/>
          </a:prstGeom>
          <a:noFill/>
          <a:ln>
            <a:noFill/>
          </a:ln>
        </p:spPr>
      </p:pic>
      <p:pic>
        <p:nvPicPr>
          <p:cNvPr id="249" name="Google Shape;249;p29" title="GARN_IDV_elementos_folhaverde.png"/>
          <p:cNvPicPr preferRelativeResize="0"/>
          <p:nvPr/>
        </p:nvPicPr>
        <p:blipFill>
          <a:blip r:embed="rId4">
            <a:alphaModFix/>
          </a:blip>
          <a:stretch>
            <a:fillRect/>
          </a:stretch>
        </p:blipFill>
        <p:spPr>
          <a:xfrm rot="-9000015">
            <a:off x="4871458" y="4002076"/>
            <a:ext cx="1174281" cy="1452373"/>
          </a:xfrm>
          <a:prstGeom prst="rect">
            <a:avLst/>
          </a:prstGeom>
          <a:noFill/>
          <a:ln>
            <a:noFill/>
          </a:ln>
        </p:spPr>
      </p:pic>
      <p:sp>
        <p:nvSpPr>
          <p:cNvPr id="250" name="Google Shape;250;p29"/>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600"/>
              <a:buFont typeface="Nunito ExtraBold"/>
              <a:buNone/>
              <a:defRPr sz="2600" b="0">
                <a:solidFill>
                  <a:schemeClr val="lt1"/>
                </a:solidFill>
                <a:latin typeface="Nunito ExtraBold"/>
                <a:ea typeface="Nunito ExtraBold"/>
                <a:cs typeface="Nunito ExtraBold"/>
                <a:sym typeface="Nunito ExtraBold"/>
              </a:defRPr>
            </a:lvl1pPr>
            <a:lvl2pPr lvl="1">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2pPr>
            <a:lvl3pPr lvl="2">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3pPr>
            <a:lvl4pPr lvl="3">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4pPr>
            <a:lvl5pPr lvl="4">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5pPr>
            <a:lvl6pPr lvl="5">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6pPr>
            <a:lvl7pPr lvl="6">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7pPr>
            <a:lvl8pPr lvl="7">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8pPr>
            <a:lvl9pPr lvl="8">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onto principal 1">
  <p:cSld name="MAIN_POINT_1">
    <p:spTree>
      <p:nvGrpSpPr>
        <p:cNvPr id="1" name="Shape 279"/>
        <p:cNvGrpSpPr/>
        <p:nvPr/>
      </p:nvGrpSpPr>
      <p:grpSpPr>
        <a:xfrm>
          <a:off x="0" y="0"/>
          <a:ext cx="0" cy="0"/>
          <a:chOff x="0" y="0"/>
          <a:chExt cx="0" cy="0"/>
        </a:xfrm>
      </p:grpSpPr>
      <p:sp>
        <p:nvSpPr>
          <p:cNvPr id="280" name="Google Shape;280;p33"/>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81" name="Google Shape;281;p33" title="GARN_IDV_elementos_cacto5.png"/>
          <p:cNvPicPr preferRelativeResize="0"/>
          <p:nvPr/>
        </p:nvPicPr>
        <p:blipFill rotWithShape="1">
          <a:blip r:embed="rId2">
            <a:alphaModFix/>
          </a:blip>
          <a:srcRect l="28561"/>
          <a:stretch/>
        </p:blipFill>
        <p:spPr>
          <a:xfrm flipH="1">
            <a:off x="-232123" y="-333100"/>
            <a:ext cx="3067001" cy="6840602"/>
          </a:xfrm>
          <a:prstGeom prst="rect">
            <a:avLst/>
          </a:prstGeom>
          <a:noFill/>
          <a:ln>
            <a:noFill/>
          </a:ln>
        </p:spPr>
      </p:pic>
      <p:sp>
        <p:nvSpPr>
          <p:cNvPr id="282" name="Google Shape;282;p33"/>
          <p:cNvSpPr/>
          <p:nvPr/>
        </p:nvSpPr>
        <p:spPr>
          <a:xfrm>
            <a:off x="-71675" y="0"/>
            <a:ext cx="2726100" cy="51435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83" name="Google Shape;283;p33"/>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rgbClr val="FFF9D9"/>
              </a:buClr>
              <a:buSzPts val="2000"/>
              <a:buNone/>
              <a:defRPr sz="2000">
                <a:solidFill>
                  <a:srgbClr val="FFF9D9"/>
                </a:solidFill>
              </a:defRPr>
            </a:lvl2pPr>
            <a:lvl3pPr lvl="2">
              <a:spcBef>
                <a:spcPts val="0"/>
              </a:spcBef>
              <a:spcAft>
                <a:spcPts val="0"/>
              </a:spcAft>
              <a:buClr>
                <a:srgbClr val="FFF9D9"/>
              </a:buClr>
              <a:buSzPts val="2000"/>
              <a:buNone/>
              <a:defRPr sz="2000">
                <a:solidFill>
                  <a:srgbClr val="FFF9D9"/>
                </a:solidFill>
              </a:defRPr>
            </a:lvl3pPr>
            <a:lvl4pPr lvl="3">
              <a:spcBef>
                <a:spcPts val="0"/>
              </a:spcBef>
              <a:spcAft>
                <a:spcPts val="0"/>
              </a:spcAft>
              <a:buClr>
                <a:srgbClr val="FFF9D9"/>
              </a:buClr>
              <a:buSzPts val="2000"/>
              <a:buNone/>
              <a:defRPr sz="2000">
                <a:solidFill>
                  <a:srgbClr val="FFF9D9"/>
                </a:solidFill>
              </a:defRPr>
            </a:lvl4pPr>
            <a:lvl5pPr lvl="4">
              <a:spcBef>
                <a:spcPts val="0"/>
              </a:spcBef>
              <a:spcAft>
                <a:spcPts val="0"/>
              </a:spcAft>
              <a:buClr>
                <a:srgbClr val="FFF9D9"/>
              </a:buClr>
              <a:buSzPts val="2000"/>
              <a:buNone/>
              <a:defRPr sz="2000">
                <a:solidFill>
                  <a:srgbClr val="FFF9D9"/>
                </a:solidFill>
              </a:defRPr>
            </a:lvl5pPr>
            <a:lvl6pPr lvl="5">
              <a:spcBef>
                <a:spcPts val="0"/>
              </a:spcBef>
              <a:spcAft>
                <a:spcPts val="0"/>
              </a:spcAft>
              <a:buClr>
                <a:srgbClr val="FFF9D9"/>
              </a:buClr>
              <a:buSzPts val="2000"/>
              <a:buNone/>
              <a:defRPr sz="2000">
                <a:solidFill>
                  <a:srgbClr val="FFF9D9"/>
                </a:solidFill>
              </a:defRPr>
            </a:lvl6pPr>
            <a:lvl7pPr lvl="6">
              <a:spcBef>
                <a:spcPts val="0"/>
              </a:spcBef>
              <a:spcAft>
                <a:spcPts val="0"/>
              </a:spcAft>
              <a:buClr>
                <a:srgbClr val="FFF9D9"/>
              </a:buClr>
              <a:buSzPts val="2000"/>
              <a:buNone/>
              <a:defRPr sz="2000">
                <a:solidFill>
                  <a:srgbClr val="FFF9D9"/>
                </a:solidFill>
              </a:defRPr>
            </a:lvl7pPr>
            <a:lvl8pPr lvl="7">
              <a:spcBef>
                <a:spcPts val="0"/>
              </a:spcBef>
              <a:spcAft>
                <a:spcPts val="0"/>
              </a:spcAft>
              <a:buClr>
                <a:srgbClr val="FFF9D9"/>
              </a:buClr>
              <a:buSzPts val="2000"/>
              <a:buNone/>
              <a:defRPr sz="2000">
                <a:solidFill>
                  <a:srgbClr val="FFF9D9"/>
                </a:solidFill>
              </a:defRPr>
            </a:lvl8pPr>
            <a:lvl9pPr lvl="8">
              <a:spcBef>
                <a:spcPts val="0"/>
              </a:spcBef>
              <a:spcAft>
                <a:spcPts val="0"/>
              </a:spcAft>
              <a:buClr>
                <a:srgbClr val="FFF9D9"/>
              </a:buClr>
              <a:buSzPts val="2000"/>
              <a:buNone/>
              <a:defRPr sz="2000">
                <a:solidFill>
                  <a:srgbClr val="FFF9D9"/>
                </a:solidFill>
              </a:defRPr>
            </a:lvl9pPr>
          </a:lstStyle>
          <a:p>
            <a:endParaRPr/>
          </a:p>
        </p:txBody>
      </p:sp>
      <p:pic>
        <p:nvPicPr>
          <p:cNvPr id="284" name="Google Shape;284;p33" title="GARN_IDV_elementos_rnmarrom2.png"/>
          <p:cNvPicPr preferRelativeResize="0"/>
          <p:nvPr/>
        </p:nvPicPr>
        <p:blipFill>
          <a:blip r:embed="rId3">
            <a:alphaModFix/>
          </a:blip>
          <a:stretch>
            <a:fillRect/>
          </a:stretch>
        </p:blipFill>
        <p:spPr>
          <a:xfrm>
            <a:off x="1712330" y="4012125"/>
            <a:ext cx="1537753" cy="885600"/>
          </a:xfrm>
          <a:prstGeom prst="rect">
            <a:avLst/>
          </a:prstGeom>
          <a:noFill/>
          <a:ln>
            <a:noFill/>
          </a:ln>
        </p:spPr>
      </p:pic>
      <p:sp>
        <p:nvSpPr>
          <p:cNvPr id="285" name="Google Shape;285;p33"/>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onto principal 1 1">
  <p:cSld name="MAIN_POINT_1_1">
    <p:spTree>
      <p:nvGrpSpPr>
        <p:cNvPr id="1" name="Shape 295"/>
        <p:cNvGrpSpPr/>
        <p:nvPr/>
      </p:nvGrpSpPr>
      <p:grpSpPr>
        <a:xfrm>
          <a:off x="0" y="0"/>
          <a:ext cx="0" cy="0"/>
          <a:chOff x="0" y="0"/>
          <a:chExt cx="0" cy="0"/>
        </a:xfrm>
      </p:grpSpPr>
      <p:sp>
        <p:nvSpPr>
          <p:cNvPr id="296" name="Google Shape;296;p35"/>
          <p:cNvSpPr/>
          <p:nvPr/>
        </p:nvSpPr>
        <p:spPr>
          <a:xfrm>
            <a:off x="-71675" y="0"/>
            <a:ext cx="2726100" cy="51435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97" name="Google Shape;297;p35" title="GARN_IDV_elementos_cacto1.png"/>
          <p:cNvPicPr preferRelativeResize="0"/>
          <p:nvPr/>
        </p:nvPicPr>
        <p:blipFill rotWithShape="1">
          <a:blip r:embed="rId2">
            <a:alphaModFix/>
          </a:blip>
          <a:srcRect l="28335"/>
          <a:stretch/>
        </p:blipFill>
        <p:spPr>
          <a:xfrm flipH="1">
            <a:off x="-252126" y="-333100"/>
            <a:ext cx="3087001" cy="6840602"/>
          </a:xfrm>
          <a:prstGeom prst="rect">
            <a:avLst/>
          </a:prstGeom>
          <a:noFill/>
          <a:ln>
            <a:noFill/>
          </a:ln>
        </p:spPr>
      </p:pic>
      <p:sp>
        <p:nvSpPr>
          <p:cNvPr id="298" name="Google Shape;298;p3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99" name="Google Shape;299;p35" title="GARN_IDV_elementos_rnamarelo2.png"/>
          <p:cNvPicPr preferRelativeResize="0"/>
          <p:nvPr/>
        </p:nvPicPr>
        <p:blipFill>
          <a:blip r:embed="rId3">
            <a:alphaModFix/>
          </a:blip>
          <a:stretch>
            <a:fillRect/>
          </a:stretch>
        </p:blipFill>
        <p:spPr>
          <a:xfrm>
            <a:off x="1712355" y="4012117"/>
            <a:ext cx="1537725" cy="885600"/>
          </a:xfrm>
          <a:prstGeom prst="rect">
            <a:avLst/>
          </a:prstGeom>
          <a:noFill/>
          <a:ln>
            <a:noFill/>
          </a:ln>
        </p:spPr>
      </p:pic>
      <p:sp>
        <p:nvSpPr>
          <p:cNvPr id="300" name="Google Shape;300;p3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1" name="Google Shape;301;p35"/>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úmero grande 1">
  <p:cSld name="BIG_NUMBER_1">
    <p:bg>
      <p:bgPr>
        <a:solidFill>
          <a:srgbClr val="FDE6FF"/>
        </a:solidFill>
        <a:effectLst/>
      </p:bgPr>
    </p:bg>
    <p:spTree>
      <p:nvGrpSpPr>
        <p:cNvPr id="1" name="Shape 318"/>
        <p:cNvGrpSpPr/>
        <p:nvPr/>
      </p:nvGrpSpPr>
      <p:grpSpPr>
        <a:xfrm>
          <a:off x="0" y="0"/>
          <a:ext cx="0" cy="0"/>
          <a:chOff x="0" y="0"/>
          <a:chExt cx="0" cy="0"/>
        </a:xfrm>
      </p:grpSpPr>
      <p:sp>
        <p:nvSpPr>
          <p:cNvPr id="319" name="Google Shape;319;p3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0" name="Google Shape;320;p39"/>
          <p:cNvGrpSpPr/>
          <p:nvPr/>
        </p:nvGrpSpPr>
        <p:grpSpPr>
          <a:xfrm>
            <a:off x="-50" y="4601175"/>
            <a:ext cx="9144000" cy="551600"/>
            <a:chOff x="-50" y="4601175"/>
            <a:chExt cx="9144000" cy="551600"/>
          </a:xfrm>
        </p:grpSpPr>
        <p:sp>
          <p:nvSpPr>
            <p:cNvPr id="321" name="Google Shape;321;p39"/>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2" name="Google Shape;322;p39"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grpSp>
      <p:pic>
        <p:nvPicPr>
          <p:cNvPr id="323" name="Google Shape;323;p39" title="GARN_IDV_elementos_cacto4.png"/>
          <p:cNvPicPr preferRelativeResize="0"/>
          <p:nvPr/>
        </p:nvPicPr>
        <p:blipFill>
          <a:blip r:embed="rId3">
            <a:alphaModFix/>
          </a:blip>
          <a:stretch>
            <a:fillRect/>
          </a:stretch>
        </p:blipFill>
        <p:spPr>
          <a:xfrm>
            <a:off x="468873" y="1547050"/>
            <a:ext cx="2302127" cy="3317924"/>
          </a:xfrm>
          <a:prstGeom prst="rect">
            <a:avLst/>
          </a:prstGeom>
          <a:noFill/>
          <a:ln>
            <a:noFill/>
          </a:ln>
        </p:spPr>
      </p:pic>
      <p:pic>
        <p:nvPicPr>
          <p:cNvPr id="324" name="Google Shape;324;p39"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25" name="Google Shape;325;p39"/>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úmero grande 1 1">
  <p:cSld name="BIG_NUMBER_1_1">
    <p:bg>
      <p:bgPr>
        <a:solidFill>
          <a:srgbClr val="FFE6D9"/>
        </a:solidFill>
        <a:effectLst/>
      </p:bgPr>
    </p:bg>
    <p:spTree>
      <p:nvGrpSpPr>
        <p:cNvPr id="1" name="Shape 326"/>
        <p:cNvGrpSpPr/>
        <p:nvPr/>
      </p:nvGrpSpPr>
      <p:grpSpPr>
        <a:xfrm>
          <a:off x="0" y="0"/>
          <a:ext cx="0" cy="0"/>
          <a:chOff x="0" y="0"/>
          <a:chExt cx="0" cy="0"/>
        </a:xfrm>
      </p:grpSpPr>
      <p:pic>
        <p:nvPicPr>
          <p:cNvPr id="327" name="Google Shape;327;p40" title="GARN_IDV_elementos_posterosa.png"/>
          <p:cNvPicPr preferRelativeResize="0"/>
          <p:nvPr/>
        </p:nvPicPr>
        <p:blipFill>
          <a:blip r:embed="rId2">
            <a:alphaModFix/>
          </a:blip>
          <a:stretch>
            <a:fillRect/>
          </a:stretch>
        </p:blipFill>
        <p:spPr>
          <a:xfrm>
            <a:off x="325799" y="2899299"/>
            <a:ext cx="836524" cy="1924977"/>
          </a:xfrm>
          <a:prstGeom prst="rect">
            <a:avLst/>
          </a:prstGeom>
          <a:noFill/>
          <a:ln>
            <a:noFill/>
          </a:ln>
        </p:spPr>
      </p:pic>
      <p:sp>
        <p:nvSpPr>
          <p:cNvPr id="328" name="Google Shape;328;p40"/>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9" name="Google Shape;329;p40"/>
          <p:cNvGrpSpPr/>
          <p:nvPr/>
        </p:nvGrpSpPr>
        <p:grpSpPr>
          <a:xfrm>
            <a:off x="-50" y="4601175"/>
            <a:ext cx="9144000" cy="551600"/>
            <a:chOff x="-50" y="4601175"/>
            <a:chExt cx="9144000" cy="551600"/>
          </a:xfrm>
        </p:grpSpPr>
        <p:sp>
          <p:nvSpPr>
            <p:cNvPr id="330" name="Google Shape;330;p40"/>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1" name="Google Shape;331;p40"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grpSp>
      <p:pic>
        <p:nvPicPr>
          <p:cNvPr id="332" name="Google Shape;332;p40" title="GARN_IDV_elementos_posterosa.png"/>
          <p:cNvPicPr preferRelativeResize="0"/>
          <p:nvPr/>
        </p:nvPicPr>
        <p:blipFill>
          <a:blip r:embed="rId2">
            <a:alphaModFix/>
          </a:blip>
          <a:stretch>
            <a:fillRect/>
          </a:stretch>
        </p:blipFill>
        <p:spPr>
          <a:xfrm>
            <a:off x="851848" y="1479449"/>
            <a:ext cx="1453550" cy="3344824"/>
          </a:xfrm>
          <a:prstGeom prst="rect">
            <a:avLst/>
          </a:prstGeom>
          <a:noFill/>
          <a:ln>
            <a:noFill/>
          </a:ln>
        </p:spPr>
      </p:pic>
      <p:pic>
        <p:nvPicPr>
          <p:cNvPr id="333" name="Google Shape;333;p40"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34" name="Google Shape;334;p40"/>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5"/>
        <p:cNvGrpSpPr/>
        <p:nvPr/>
      </p:nvGrpSpPr>
      <p:grpSpPr>
        <a:xfrm>
          <a:off x="0" y="0"/>
          <a:ext cx="0" cy="0"/>
          <a:chOff x="0" y="0"/>
          <a:chExt cx="0" cy="0"/>
        </a:xfrm>
      </p:grpSpPr>
      <p:pic>
        <p:nvPicPr>
          <p:cNvPr id="336" name="Google Shape;336;p41" title="GARN_IDV_elementos_sol.png"/>
          <p:cNvPicPr preferRelativeResize="0"/>
          <p:nvPr/>
        </p:nvPicPr>
        <p:blipFill>
          <a:blip r:embed="rId2">
            <a:alphaModFix/>
          </a:blip>
          <a:stretch>
            <a:fillRect/>
          </a:stretch>
        </p:blipFill>
        <p:spPr>
          <a:xfrm>
            <a:off x="5498876" y="269326"/>
            <a:ext cx="2918851" cy="2918876"/>
          </a:xfrm>
          <a:prstGeom prst="rect">
            <a:avLst/>
          </a:prstGeom>
          <a:noFill/>
          <a:ln>
            <a:noFill/>
          </a:ln>
        </p:spPr>
      </p:pic>
      <p:sp>
        <p:nvSpPr>
          <p:cNvPr id="337" name="Google Shape;337;p41"/>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338" name="Google Shape;338;p41"/>
          <p:cNvSpPr/>
          <p:nvPr/>
        </p:nvSpPr>
        <p:spPr>
          <a:xfrm>
            <a:off x="50" y="1650325"/>
            <a:ext cx="9144000" cy="35139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339" name="Google Shape;339;p41" title="AssinaturasRégua-grande---branco.png"/>
          <p:cNvPicPr preferRelativeResize="0"/>
          <p:nvPr/>
        </p:nvPicPr>
        <p:blipFill>
          <a:blip r:embed="rId3">
            <a:alphaModFix/>
          </a:blip>
          <a:stretch>
            <a:fillRect/>
          </a:stretch>
        </p:blipFill>
        <p:spPr>
          <a:xfrm>
            <a:off x="829014" y="3592325"/>
            <a:ext cx="7485972" cy="10892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58A75B"/>
              </a:buClr>
              <a:buSzPts val="1600"/>
              <a:buFont typeface="Nunito"/>
              <a:buNone/>
              <a:defRPr sz="1600" b="1">
                <a:solidFill>
                  <a:srgbClr val="58A75B"/>
                </a:solidFill>
                <a:latin typeface="Nunito"/>
                <a:ea typeface="Nunito"/>
                <a:cs typeface="Nunito"/>
                <a:sym typeface="Nunito"/>
              </a:defRPr>
            </a:lvl1pPr>
            <a:lvl2pPr lvl="1">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2pPr>
            <a:lvl3pPr lvl="2">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3pPr>
            <a:lvl4pPr lvl="3">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4pPr>
            <a:lvl5pPr lvl="4">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5pPr>
            <a:lvl6pPr lvl="5">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6pPr>
            <a:lvl7pPr lvl="6">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7pPr>
            <a:lvl8pPr lvl="7">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8pPr>
            <a:lvl9pPr lvl="8">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1pPr>
            <a:lvl2pPr marL="914400" lvl="1" indent="-292100">
              <a:lnSpc>
                <a:spcPct val="115000"/>
              </a:lnSpc>
              <a:spcBef>
                <a:spcPts val="600"/>
              </a:spcBef>
              <a:spcAft>
                <a:spcPts val="0"/>
              </a:spcAft>
              <a:buClr>
                <a:srgbClr val="C4803F"/>
              </a:buClr>
              <a:buSzPts val="1000"/>
              <a:buFont typeface="Nunito"/>
              <a:buChar char="○"/>
              <a:defRPr sz="1000">
                <a:solidFill>
                  <a:srgbClr val="C4803F"/>
                </a:solidFill>
                <a:latin typeface="Nunito"/>
                <a:ea typeface="Nunito"/>
                <a:cs typeface="Nunito"/>
                <a:sym typeface="Nunito"/>
              </a:defRPr>
            </a:lvl2pPr>
            <a:lvl3pPr marL="1371600" lvl="2"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3pPr>
            <a:lvl4pPr marL="1828800" lvl="3"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4pPr>
            <a:lvl5pPr marL="2286000" lvl="4"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5pPr>
            <a:lvl6pPr marL="2743200" lvl="5"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6pPr>
            <a:lvl7pPr marL="3200400" lvl="6"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7pPr>
            <a:lvl8pPr marL="3657600" lvl="7"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8pPr>
            <a:lvl9pPr marL="4114800" lvl="8"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535925" y="4395200"/>
            <a:ext cx="485100" cy="379500"/>
          </a:xfrm>
          <a:prstGeom prst="rect">
            <a:avLst/>
          </a:prstGeom>
          <a:noFill/>
          <a:ln>
            <a:noFill/>
          </a:ln>
        </p:spPr>
        <p:txBody>
          <a:bodyPr spcFirstLastPara="1" wrap="square" lIns="91425" tIns="91425" rIns="91425" bIns="91425" anchor="ctr" anchorCtr="0">
            <a:normAutofit/>
          </a:bodyPr>
          <a:lstStyle>
            <a:lvl1pPr lvl="0" algn="r">
              <a:buNone/>
              <a:defRPr sz="1000">
                <a:solidFill>
                  <a:srgbClr val="58A75B"/>
                </a:solidFill>
                <a:latin typeface="Nunito"/>
                <a:ea typeface="Nunito"/>
                <a:cs typeface="Nunito"/>
                <a:sym typeface="Nunito"/>
              </a:defRPr>
            </a:lvl1pPr>
            <a:lvl2pPr lvl="1" algn="r">
              <a:buNone/>
              <a:defRPr sz="1000">
                <a:solidFill>
                  <a:srgbClr val="58A75B"/>
                </a:solidFill>
                <a:latin typeface="Nunito"/>
                <a:ea typeface="Nunito"/>
                <a:cs typeface="Nunito"/>
                <a:sym typeface="Nunito"/>
              </a:defRPr>
            </a:lvl2pPr>
            <a:lvl3pPr lvl="2" algn="r">
              <a:buNone/>
              <a:defRPr sz="1000">
                <a:solidFill>
                  <a:srgbClr val="58A75B"/>
                </a:solidFill>
                <a:latin typeface="Nunito"/>
                <a:ea typeface="Nunito"/>
                <a:cs typeface="Nunito"/>
                <a:sym typeface="Nunito"/>
              </a:defRPr>
            </a:lvl3pPr>
            <a:lvl4pPr lvl="3" algn="r">
              <a:buNone/>
              <a:defRPr sz="1000">
                <a:solidFill>
                  <a:srgbClr val="58A75B"/>
                </a:solidFill>
                <a:latin typeface="Nunito"/>
                <a:ea typeface="Nunito"/>
                <a:cs typeface="Nunito"/>
                <a:sym typeface="Nunito"/>
              </a:defRPr>
            </a:lvl4pPr>
            <a:lvl5pPr lvl="4" algn="r">
              <a:buNone/>
              <a:defRPr sz="1000">
                <a:solidFill>
                  <a:srgbClr val="58A75B"/>
                </a:solidFill>
                <a:latin typeface="Nunito"/>
                <a:ea typeface="Nunito"/>
                <a:cs typeface="Nunito"/>
                <a:sym typeface="Nunito"/>
              </a:defRPr>
            </a:lvl5pPr>
            <a:lvl6pPr lvl="5" algn="r">
              <a:buNone/>
              <a:defRPr sz="1000">
                <a:solidFill>
                  <a:srgbClr val="58A75B"/>
                </a:solidFill>
                <a:latin typeface="Nunito"/>
                <a:ea typeface="Nunito"/>
                <a:cs typeface="Nunito"/>
                <a:sym typeface="Nunito"/>
              </a:defRPr>
            </a:lvl6pPr>
            <a:lvl7pPr lvl="6" algn="r">
              <a:buNone/>
              <a:defRPr sz="1000">
                <a:solidFill>
                  <a:srgbClr val="58A75B"/>
                </a:solidFill>
                <a:latin typeface="Nunito"/>
                <a:ea typeface="Nunito"/>
                <a:cs typeface="Nunito"/>
                <a:sym typeface="Nunito"/>
              </a:defRPr>
            </a:lvl7pPr>
            <a:lvl8pPr lvl="7" algn="r">
              <a:buNone/>
              <a:defRPr sz="1000">
                <a:solidFill>
                  <a:srgbClr val="58A75B"/>
                </a:solidFill>
                <a:latin typeface="Nunito"/>
                <a:ea typeface="Nunito"/>
                <a:cs typeface="Nunito"/>
                <a:sym typeface="Nunito"/>
              </a:defRPr>
            </a:lvl8pPr>
            <a:lvl9pPr lvl="8" algn="r">
              <a:buNone/>
              <a:defRPr sz="1000">
                <a:solidFill>
                  <a:srgbClr val="58A75B"/>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70" r:id="rId8"/>
    <p:sldLayoutId id="2147483675" r:id="rId9"/>
    <p:sldLayoutId id="2147483679" r:id="rId10"/>
    <p:sldLayoutId id="2147483681" r:id="rId11"/>
    <p:sldLayoutId id="2147483685" r:id="rId12"/>
    <p:sldLayoutId id="2147483686" r:id="rId13"/>
    <p:sldLayoutId id="214748368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2"/>
          <p:cNvSpPr txBox="1">
            <a:spLocks noGrp="1"/>
          </p:cNvSpPr>
          <p:nvPr>
            <p:ph type="title"/>
          </p:nvPr>
        </p:nvSpPr>
        <p:spPr>
          <a:xfrm>
            <a:off x="1597624" y="1435429"/>
            <a:ext cx="3757157" cy="1293915"/>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pt-BR" sz="2800" dirty="0"/>
              <a:t>Avaliação de Desempenho 2025</a:t>
            </a:r>
            <a:endParaRPr sz="2800" dirty="0"/>
          </a:p>
        </p:txBody>
      </p:sp>
      <p:sp>
        <p:nvSpPr>
          <p:cNvPr id="345" name="Google Shape;345;p42"/>
          <p:cNvSpPr txBox="1">
            <a:spLocks noGrp="1"/>
          </p:cNvSpPr>
          <p:nvPr>
            <p:ph type="subTitle" idx="1"/>
          </p:nvPr>
        </p:nvSpPr>
        <p:spPr>
          <a:xfrm>
            <a:off x="1597624" y="2980707"/>
            <a:ext cx="6805157" cy="387000"/>
          </a:xfrm>
          <a:prstGeom prst="rect">
            <a:avLst/>
          </a:prstGeom>
        </p:spPr>
        <p:txBody>
          <a:bodyPr spcFirstLastPara="1" wrap="square" lIns="91425" tIns="91425" rIns="91425" bIns="91425" anchor="t" anchorCtr="0">
            <a:noAutofit/>
          </a:bodyPr>
          <a:lstStyle/>
          <a:p>
            <a:r>
              <a:rPr sz="1800" b="1"/>
              <a:t>Mariana Saraceni Maciel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2"/>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Gerais</a:t>
            </a:r>
            <a:endParaRPr dirty="0"/>
          </a:p>
        </p:txBody>
      </p:sp>
      <p:sp>
        <p:nvSpPr>
          <p:cNvPr id="2" name="Google Shape;494;p69">
            <a:extLst>
              <a:ext uri="{FF2B5EF4-FFF2-40B4-BE49-F238E27FC236}">
                <a16:creationId xmlns:a16="http://schemas.microsoft.com/office/drawing/2014/main" id="{A3D62C18-6B73-72BF-AF36-F372BF65A6FD}"/>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3" name="Google Shape;494;p69">
            <a:extLst>
              <a:ext uri="{FF2B5EF4-FFF2-40B4-BE49-F238E27FC236}">
                <a16:creationId xmlns:a16="http://schemas.microsoft.com/office/drawing/2014/main" id="{AE212427-3CF3-F982-717F-45AB13F517FE}"/>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4" name="Google Shape;494;p69">
            <a:extLst>
              <a:ext uri="{FF2B5EF4-FFF2-40B4-BE49-F238E27FC236}">
                <a16:creationId xmlns:a16="http://schemas.microsoft.com/office/drawing/2014/main" id="{CAF56A1F-502A-9BAE-6FEA-94017C33371B}"/>
              </a:ext>
            </a:extLst>
          </p:cNvPr>
          <p:cNvSpPr txBox="1">
            <a:spLocks/>
          </p:cNvSpPr>
          <p:nvPr/>
        </p:nvSpPr>
        <p:spPr>
          <a:xfrm>
            <a:off x="6697276" y="995685"/>
            <a:ext cx="2228255"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6" name="Google Shape;494;p69">
            <a:extLst>
              <a:ext uri="{FF2B5EF4-FFF2-40B4-BE49-F238E27FC236}">
                <a16:creationId xmlns:a16="http://schemas.microsoft.com/office/drawing/2014/main" id="{5B6D0943-71A0-7942-6EC2-C5EC14CB0E04}"/>
              </a:ext>
            </a:extLst>
          </p:cNvPr>
          <p:cNvSpPr txBox="1">
            <a:spLocks/>
          </p:cNvSpPr>
          <p:nvPr/>
        </p:nvSpPr>
        <p:spPr>
          <a:xfrm>
            <a:off x="2629158"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4,8</a:t>
            </a:r>
          </a:p>
        </p:txBody>
      </p:sp>
      <p:sp>
        <p:nvSpPr>
          <p:cNvPr id="7" name="Google Shape;494;p69">
            <a:extLst>
              <a:ext uri="{FF2B5EF4-FFF2-40B4-BE49-F238E27FC236}">
                <a16:creationId xmlns:a16="http://schemas.microsoft.com/office/drawing/2014/main" id="{D2569DED-A19C-1FD4-E265-65271FD8CC93}"/>
              </a:ext>
            </a:extLst>
          </p:cNvPr>
          <p:cNvSpPr txBox="1">
            <a:spLocks/>
          </p:cNvSpPr>
          <p:nvPr/>
        </p:nvSpPr>
        <p:spPr>
          <a:xfrm>
            <a:off x="466321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3,3</a:t>
            </a:r>
          </a:p>
        </p:txBody>
      </p:sp>
      <p:sp>
        <p:nvSpPr>
          <p:cNvPr id="8" name="Google Shape;494;p69">
            <a:extLst>
              <a:ext uri="{FF2B5EF4-FFF2-40B4-BE49-F238E27FC236}">
                <a16:creationId xmlns:a16="http://schemas.microsoft.com/office/drawing/2014/main" id="{569F0DF1-BA32-E45E-4FC3-1235D790B963}"/>
              </a:ext>
            </a:extLst>
          </p:cNvPr>
          <p:cNvSpPr txBox="1">
            <a:spLocks/>
          </p:cNvSpPr>
          <p:nvPr/>
        </p:nvSpPr>
        <p:spPr>
          <a:xfrm>
            <a:off x="680857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pic>
        <p:nvPicPr>
          <p:cNvPr id="460" name="Picture 459" descr="radar_geral_2285356725344.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Google Shape;459;p62">
            <a:extLst>
              <a:ext uri="{FF2B5EF4-FFF2-40B4-BE49-F238E27FC236}">
                <a16:creationId xmlns:a16="http://schemas.microsoft.com/office/drawing/2014/main" id="{43281DC7-3459-08A0-7F6A-BB54F5D6FA7E}"/>
              </a:ext>
            </a:extLst>
          </p:cNvPr>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de Liderança</a:t>
            </a:r>
            <a:endParaRPr dirty="0"/>
          </a:p>
        </p:txBody>
      </p:sp>
      <p:sp>
        <p:nvSpPr>
          <p:cNvPr id="3" name="Google Shape;494;p69">
            <a:extLst>
              <a:ext uri="{FF2B5EF4-FFF2-40B4-BE49-F238E27FC236}">
                <a16:creationId xmlns:a16="http://schemas.microsoft.com/office/drawing/2014/main" id="{E4F56376-998C-709A-4016-152E6EB8108C}"/>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4" name="Google Shape;494;p69">
            <a:extLst>
              <a:ext uri="{FF2B5EF4-FFF2-40B4-BE49-F238E27FC236}">
                <a16:creationId xmlns:a16="http://schemas.microsoft.com/office/drawing/2014/main" id="{CA7CF135-3A94-0ED4-BFE9-72B2CB411235}"/>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5" name="Google Shape;494;p69">
            <a:extLst>
              <a:ext uri="{FF2B5EF4-FFF2-40B4-BE49-F238E27FC236}">
                <a16:creationId xmlns:a16="http://schemas.microsoft.com/office/drawing/2014/main" id="{F4B9F17F-8E69-9940-675A-A6F7701A0EB9}"/>
              </a:ext>
            </a:extLst>
          </p:cNvPr>
          <p:cNvSpPr txBox="1">
            <a:spLocks/>
          </p:cNvSpPr>
          <p:nvPr/>
        </p:nvSpPr>
        <p:spPr>
          <a:xfrm>
            <a:off x="6697276" y="995685"/>
            <a:ext cx="2228255" cy="52876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7" name="Google Shape;494;p69">
            <a:extLst>
              <a:ext uri="{FF2B5EF4-FFF2-40B4-BE49-F238E27FC236}">
                <a16:creationId xmlns:a16="http://schemas.microsoft.com/office/drawing/2014/main" id="{0AA09AA7-2986-7A0E-41DB-C206555C6777}"/>
              </a:ext>
            </a:extLst>
          </p:cNvPr>
          <p:cNvSpPr txBox="1">
            <a:spLocks/>
          </p:cNvSpPr>
          <p:nvPr/>
        </p:nvSpPr>
        <p:spPr>
          <a:xfrm>
            <a:off x="2657565"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8" name="Google Shape;494;p69">
            <a:extLst>
              <a:ext uri="{FF2B5EF4-FFF2-40B4-BE49-F238E27FC236}">
                <a16:creationId xmlns:a16="http://schemas.microsoft.com/office/drawing/2014/main" id="{170E24E1-93AE-63DB-CA7C-98ED3429E8EC}"/>
              </a:ext>
            </a:extLst>
          </p:cNvPr>
          <p:cNvSpPr txBox="1">
            <a:spLocks/>
          </p:cNvSpPr>
          <p:nvPr/>
        </p:nvSpPr>
        <p:spPr>
          <a:xfrm>
            <a:off x="4663217"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9" name="Google Shape;494;p69">
            <a:extLst>
              <a:ext uri="{FF2B5EF4-FFF2-40B4-BE49-F238E27FC236}">
                <a16:creationId xmlns:a16="http://schemas.microsoft.com/office/drawing/2014/main" id="{FAC42052-1087-55EA-3A41-067FA2E63941}"/>
              </a:ext>
            </a:extLst>
          </p:cNvPr>
          <p:cNvSpPr txBox="1">
            <a:spLocks/>
          </p:cNvSpPr>
          <p:nvPr/>
        </p:nvSpPr>
        <p:spPr>
          <a:xfrm>
            <a:off x="6754090" y="1366989"/>
            <a:ext cx="2005652" cy="528768"/>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pic>
        <p:nvPicPr>
          <p:cNvPr id="10" name="Picture 9" descr="radar_lideranca_2285356725344.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8"/>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Detalhamento das competências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7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CF4E36FA-1998-B53B-5CC5-51B736E1DC1D}"/>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como os desafios cotidianos estão relacionados a contextos mais amplos, do Estado e da política educacional.</a:t>
            </a:r>
          </a:p>
        </p:txBody>
      </p:sp>
      <p:pic>
        <p:nvPicPr>
          <p:cNvPr id="536" name="Picture 535" descr="VS_1_2285356725344.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B419A44-2583-B2EA-7CA2-7DD4680B3AEB}"/>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644C91C-8548-2165-4F14-5417A401BA01}"/>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F2D9DD7D-7B17-6D86-FEE8-A310A9092FAA}"/>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compartilha com o time possíveis ferramentas e soluções para o andamento do projeto.</a:t>
            </a:r>
          </a:p>
        </p:txBody>
      </p:sp>
      <p:pic>
        <p:nvPicPr>
          <p:cNvPr id="536" name="Picture 535" descr="VS_2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86412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812BC5D-E166-255F-5D1E-97246B277CF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B924794C-503E-3F4F-C251-F5326FE5EE5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951FB12E-8076-F687-0728-2130BBFD9FD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Entende e colabora com as demais frentes do projeto, quando há oportunidade de trocas e compartilhamentos.</a:t>
            </a:r>
          </a:p>
        </p:txBody>
      </p:sp>
      <p:pic>
        <p:nvPicPr>
          <p:cNvPr id="536" name="Picture 535" descr="VS_3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738091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CC998D59-5344-BC91-1216-48EC64DDF93E}"/>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FF5C803-2EF6-7EAC-9910-7A48EAE6EA2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643D1804-5D8D-F0C6-C990-C0663C7CBCAF}"/>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Demonstra compreensão do impacto do seu trabalho nos objetivos do time e da empresa.</a:t>
            </a:r>
          </a:p>
        </p:txBody>
      </p:sp>
      <p:pic>
        <p:nvPicPr>
          <p:cNvPr id="536" name="Picture 535" descr="VS_3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23416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76"/>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ECE26579-9ED8-0F68-0500-A9BECA6B674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Mantém o canal aberto para troca, de forma que todos sintam-se à vontade de pedir direcionamentos e propor soluções.</a:t>
            </a:r>
          </a:p>
        </p:txBody>
      </p:sp>
      <p:pic>
        <p:nvPicPr>
          <p:cNvPr id="542" name="Picture 541" descr="GL_1_2285356725344.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752554A9-8B8B-FC49-655C-5462A490DE07}"/>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CC6D925D-155E-58BE-A826-FF00098EA7DE}"/>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26EB29E9-082C-9C18-A72D-1E88AB78C9AA}"/>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Incentiva e colabora com as pessoas em suas jornadas de aprendizagem.</a:t>
            </a:r>
          </a:p>
        </p:txBody>
      </p:sp>
      <p:pic>
        <p:nvPicPr>
          <p:cNvPr id="542" name="Picture 541" descr="GL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278890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8E95000-0196-6D42-0F8E-232F66C9808C}"/>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E6DD40CA-258B-DB8F-07B1-233566E781F9}"/>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577AC33F-4D56-EFA2-2734-94D4C7EF843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uma boa autogestão do seu tempo e das suas prioridades.</a:t>
            </a:r>
          </a:p>
        </p:txBody>
      </p:sp>
      <p:pic>
        <p:nvPicPr>
          <p:cNvPr id="542" name="Picture 541" descr="GL_3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4028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4A960EEF-D7BE-686A-57DD-4CAECE526E59}"/>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8E38F94C-E94E-6303-2A32-E85F8BA6D82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9E83F5E6-6D86-3035-17A7-5DEC0D0CCF7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Cativa os parceiros e constrói uma relação de parceria virtuosa e duradoura.</a:t>
            </a:r>
          </a:p>
        </p:txBody>
      </p:sp>
      <p:pic>
        <p:nvPicPr>
          <p:cNvPr id="536" name="Picture 535" descr="REL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043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2994483-A0B9-6F72-7BFE-E66C3C8BC80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760B10EE-8E70-A946-2EF2-5572E3D32C57}"/>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0AFA315D-3852-D6D3-6429-B7D378B7D44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Cria vínculos profissionais de confiança, é aberto e se torna uma referência positiva para os parceiros.</a:t>
            </a:r>
          </a:p>
        </p:txBody>
      </p:sp>
      <p:pic>
        <p:nvPicPr>
          <p:cNvPr id="536" name="Picture 535" descr="REL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8657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93AED10C-7176-4021-7DD4-EAAE4AD6A93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465F90E7-ABC7-A8EF-628B-513E9B828A85}"/>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4D175FD5-BC2F-83AD-72C8-2CD422A08EAF}"/>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É assertivo, consegue passar de forma objetiva a ideia que deseja.</a:t>
            </a:r>
          </a:p>
        </p:txBody>
      </p:sp>
      <p:pic>
        <p:nvPicPr>
          <p:cNvPr id="542" name="Picture 541" descr="COM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42443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3F29A92B-7F5F-1944-9BA9-0ADB436789D5}"/>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BB9EEC4B-866A-FA42-772B-493E0B29AAD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688C15FC-0D9F-40E0-2A89-3E96B9A0275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Se comunica de forma clara, aberta e não violenta.</a:t>
            </a:r>
          </a:p>
        </p:txBody>
      </p:sp>
      <p:pic>
        <p:nvPicPr>
          <p:cNvPr id="542" name="Picture 541" descr="COM_2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15553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D2527BA0-CFC4-E688-E698-68D00C54988D}"/>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F0DA609-CFC3-4210-E34B-4B5C18B368C2}"/>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E6BFF6DE-4F66-1220-6375-E1B2024875E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Percebe a importância da comunicação não verbal e o impacto no ambiente de trabalho, prezando por uma postura profissional, ética e adequada aos ambientes profissionais em que está inserido.</a:t>
            </a:r>
          </a:p>
        </p:txBody>
      </p:sp>
      <p:pic>
        <p:nvPicPr>
          <p:cNvPr id="542" name="Picture 541" descr="COM_3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4076137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3EC43D09-A0E2-24BD-4582-5C799907834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18D3D5C7-1502-D701-8243-A29511DB4CAB}"/>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Aprendizagem e Desenvolvimento</a:t>
            </a:r>
            <a:endParaRPr dirty="0"/>
          </a:p>
        </p:txBody>
      </p:sp>
      <p:sp>
        <p:nvSpPr>
          <p:cNvPr id="3" name="Google Shape;494;p69">
            <a:extLst>
              <a:ext uri="{FF2B5EF4-FFF2-40B4-BE49-F238E27FC236}">
                <a16:creationId xmlns:a16="http://schemas.microsoft.com/office/drawing/2014/main" id="{C9151736-E37A-8F6C-C62B-9633D2EC7F3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Compartilha a própria experiência, conhecimentos especializados e boas práticas com outros(as) colaboradores(as).</a:t>
            </a:r>
          </a:p>
        </p:txBody>
      </p:sp>
      <p:pic>
        <p:nvPicPr>
          <p:cNvPr id="536" name="Picture 535" descr="AD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3099670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6F4E1673-0D49-D585-7C75-0383EC9ECDA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4AC282D3-F17C-9ABB-EB92-3F3065C74C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FBE1B230-D0EE-8D23-11DD-55A3D3C20CB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utiliza conhecimentos de fontes internas e externas no trabalho para potencializar a sua atuação profissional.</a:t>
            </a:r>
          </a:p>
        </p:txBody>
      </p:sp>
      <p:pic>
        <p:nvPicPr>
          <p:cNvPr id="536" name="Picture 535" descr="AD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678866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01AC423-2F2B-6DC7-5594-B610119E0C0F}"/>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D4F3B2F5-A82F-9D39-DA7D-651D70E261A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3E8C0B9C-32A1-26CD-C652-CB7AF5F2F980}"/>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Busca se desenvolver em conhecimentos que percebe que são necessário e que ainda representam lacunas na sua atuação.</a:t>
            </a:r>
          </a:p>
        </p:txBody>
      </p:sp>
      <p:pic>
        <p:nvPicPr>
          <p:cNvPr id="536" name="Picture 535" descr="AD_3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81614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19081224-3C21-7300-002D-E8B4B5F289A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CA858665-5E51-2587-E227-945F9284FD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CDE2B152-4349-26CD-DCC0-13A6EEC444F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autonomia no próprio desenvolvimento e aprendizado.</a:t>
            </a:r>
          </a:p>
        </p:txBody>
      </p:sp>
      <p:pic>
        <p:nvPicPr>
          <p:cNvPr id="536" name="Picture 535" descr="AD_4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09659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F1786AFE-D794-730A-39C1-7885C663CCE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A2DB8F65-0FF9-37D3-B291-43E82A847CB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0D462921-5E91-B75E-3CE7-61C1E9481336}"/>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encaminha, endereça e resolve as dificuldades encontradas no dia a dia.</a:t>
            </a:r>
          </a:p>
        </p:txBody>
      </p:sp>
      <p:pic>
        <p:nvPicPr>
          <p:cNvPr id="542" name="Picture 541" descr="EX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25565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08180E11-0D4C-FFEA-70BE-E17E8B9237AE}"/>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E324675-03EE-5B52-72EC-6ED86DA2833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A3970CAA-9BDE-28EC-D6B1-7F45815E9EF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Sabe lidar com questões conjunturais e imprevistos, compreendendo as necessidades do projeto e realiza as alterações de rota quando necessário, conseguindo entregar valor aos clientes.</a:t>
            </a:r>
          </a:p>
        </p:txBody>
      </p:sp>
      <p:pic>
        <p:nvPicPr>
          <p:cNvPr id="542" name="Picture 541" descr="EX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53556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25AA1DE-A2EF-7B24-6023-C3606538910B}"/>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6C0D5C13-A912-71AD-EAB9-666CD79C77D0}"/>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EF50E948-9439-ADFB-5604-0BD5D82D7421}"/>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Transforma ideias em ações concretas que contribuam com melhorias e resultados do projeto.</a:t>
            </a:r>
          </a:p>
        </p:txBody>
      </p:sp>
      <p:pic>
        <p:nvPicPr>
          <p:cNvPr id="542" name="Picture 541" descr="EX_1_2285356725344.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93493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1"/>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Questões Abertas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9"/>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Autoavaliação</a:t>
            </a:r>
            <a:endParaRPr dirty="0"/>
          </a:p>
        </p:txBody>
      </p:sp>
      <p:sp>
        <p:nvSpPr>
          <p:cNvPr id="495" name="Google Shape;495;p69"/>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Considero como pontos fortes minha criatividade e meu conhecimento do funcionamento da internet, que tem sido muito útil no projeto para desenvolver materiais que conversem com os jovens e para entender em quais canais o material terá mais impacto, a depender do público que se destina. Minha escrita e minha capacidade de síntese também entram aqui, uma vez que acredito ter desenvolvidos materiais de mapeamento muita qualidade a partir, entre outras coisas, de formulários enviados para a rede e da observação das dinâmicas de trabalho. Outro ponto que vale ser destacado é minha habilidade relacional, considerando que construí uma relação de confiança e proximidade tanto com meus pares quanto com o cliente (falando da CORE e da ASSECOM, áreas com as quais trabalhei mais diretamente), tanto...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2" name="Google Shape;494;p69">
            <a:extLst>
              <a:ext uri="{FF2B5EF4-FFF2-40B4-BE49-F238E27FC236}">
                <a16:creationId xmlns:a16="http://schemas.microsoft.com/office/drawing/2014/main" id="{B1BF15D9-F1CB-A43D-4959-306E2FDA3DC9}"/>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pela Liderança</a:t>
            </a:r>
            <a:endParaRPr dirty="0"/>
          </a:p>
        </p:txBody>
      </p:sp>
      <p:sp>
        <p:nvSpPr>
          <p:cNvPr id="3" name="Google Shape;495;p69">
            <a:extLst>
              <a:ext uri="{FF2B5EF4-FFF2-40B4-BE49-F238E27FC236}">
                <a16:creationId xmlns:a16="http://schemas.microsoft.com/office/drawing/2014/main" id="{6A8A7C1B-10D1-3529-3C4B-2FB512C09F27}"/>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A colaboradora demonstra boa autonomia, possui escrita de qualidade e se mostra interessada em aprender e evoluir em suas responsabilidades.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4" name="Google Shape;494;p69">
            <a:extLst>
              <a:ext uri="{FF2B5EF4-FFF2-40B4-BE49-F238E27FC236}">
                <a16:creationId xmlns:a16="http://schemas.microsoft.com/office/drawing/2014/main" id="{E657CD64-7829-73BF-341D-05157CDF7318}"/>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pelos Liderados</a:t>
            </a:r>
            <a:endParaRPr dirty="0"/>
          </a:p>
        </p:txBody>
      </p:sp>
      <p:sp>
        <p:nvSpPr>
          <p:cNvPr id="5" name="Google Shape;495;p69">
            <a:extLst>
              <a:ext uri="{FF2B5EF4-FFF2-40B4-BE49-F238E27FC236}">
                <a16:creationId xmlns:a16="http://schemas.microsoft.com/office/drawing/2014/main" id="{A15A85E3-60FB-9E2C-F498-FC2ECE2B328E}"/>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2"/>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Oportunidades de Desenvolvimento:</a:t>
            </a:r>
            <a:br>
              <a:rPr lang="pt-BR" dirty="0"/>
            </a:br>
            <a:r>
              <a:rPr lang="pt-BR" dirty="0"/>
              <a:t>Autoavaliação</a:t>
            </a:r>
            <a:endParaRPr dirty="0"/>
          </a:p>
        </p:txBody>
      </p:sp>
      <p:sp>
        <p:nvSpPr>
          <p:cNvPr id="2" name="Google Shape;495;p69">
            <a:extLst>
              <a:ext uri="{FF2B5EF4-FFF2-40B4-BE49-F238E27FC236}">
                <a16:creationId xmlns:a16="http://schemas.microsoft.com/office/drawing/2014/main" id="{AB23CA61-4BB9-257C-6E00-6870B7656E40}"/>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Preciso desenvolver meus conhecimentos com Excel, para conseguir fazer as entregas com mais habilidade e eficiência. Gostaria também de aprimorar meus conhecimentos sobre os processos de todas as frentes, porque ao longo do ano minha equipe se organizou de forma fragmentada, e cada uma de nós ficou responsável por uma área. Essa organização foi boa porque pudemos dar uma atenção mais qualificada para cada uma das áreas, mas acredito que um entendimento holístico do projeto também agregue na qualidade das entregas. Gostaria também de fazer uma pós-graduação em educação, de preferência stricto sensu, para me desenvolver como profissional e poder contribuir ainda mais para os projetos educacionais da FGV.</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2" name="Google Shape;515;p72">
            <a:extLst>
              <a:ext uri="{FF2B5EF4-FFF2-40B4-BE49-F238E27FC236}">
                <a16:creationId xmlns:a16="http://schemas.microsoft.com/office/drawing/2014/main" id="{9D2C1F01-8A14-60F1-7C89-2DCCBA7A12FF}"/>
              </a:ext>
            </a:extLst>
          </p:cNvPr>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pela Liderança</a:t>
            </a:r>
            <a:endParaRPr dirty="0">
              <a:solidFill>
                <a:srgbClr val="00A6DC"/>
              </a:solidFill>
            </a:endParaRPr>
          </a:p>
        </p:txBody>
      </p:sp>
      <p:sp>
        <p:nvSpPr>
          <p:cNvPr id="3" name="Google Shape;495;p69">
            <a:extLst>
              <a:ext uri="{FF2B5EF4-FFF2-40B4-BE49-F238E27FC236}">
                <a16:creationId xmlns:a16="http://schemas.microsoft.com/office/drawing/2014/main" id="{4D2771D3-5C4A-6DA5-2B00-41083A703C89}"/>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Ainda apresenta certa dispersão em algumas rotinas e pode se beneficiar ao registrar melhor as demandas e comunicar com antecedência seus compromissos, garantindo maior previsibilidade ao trabalho.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9A9797EA-2C72-A077-F91D-ABCFAC6A982B}"/>
            </a:ext>
          </a:extLst>
        </p:cNvPr>
        <p:cNvGrpSpPr/>
        <p:nvPr/>
      </p:nvGrpSpPr>
      <p:grpSpPr>
        <a:xfrm>
          <a:off x="0" y="0"/>
          <a:ext cx="0" cy="0"/>
          <a:chOff x="0" y="0"/>
          <a:chExt cx="0" cy="0"/>
        </a:xfrm>
      </p:grpSpPr>
      <p:sp>
        <p:nvSpPr>
          <p:cNvPr id="494" name="Google Shape;494;p69">
            <a:extLst>
              <a:ext uri="{FF2B5EF4-FFF2-40B4-BE49-F238E27FC236}">
                <a16:creationId xmlns:a16="http://schemas.microsoft.com/office/drawing/2014/main" id="{EB13F054-EAFC-5685-C39A-6E77052F3200}"/>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pelos Liderados</a:t>
            </a:r>
            <a:endParaRPr dirty="0">
              <a:solidFill>
                <a:srgbClr val="00A6DC"/>
              </a:solidFill>
            </a:endParaRPr>
          </a:p>
        </p:txBody>
      </p:sp>
      <p:sp>
        <p:nvSpPr>
          <p:cNvPr id="495" name="Google Shape;495;p69">
            <a:extLst>
              <a:ext uri="{FF2B5EF4-FFF2-40B4-BE49-F238E27FC236}">
                <a16:creationId xmlns:a16="http://schemas.microsoft.com/office/drawing/2014/main" id="{A97917A5-56EE-0921-7EFD-78BDE236F916}"/>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extLst>
      <p:ext uri="{BB962C8B-B14F-4D97-AF65-F5344CB8AC3E}">
        <p14:creationId xmlns:p14="http://schemas.microsoft.com/office/powerpoint/2010/main" val="3481034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TotalTime>
  <Words>601</Words>
  <Application>Microsoft Office PowerPoint</Application>
  <PresentationFormat>Apresentação na tela (16:9)</PresentationFormat>
  <Paragraphs>89</Paragraphs>
  <Slides>31</Slides>
  <Notes>31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31</vt:i4>
      </vt:variant>
    </vt:vector>
  </HeadingPairs>
  <TitlesOfParts>
    <vt:vector size="36" baseType="lpstr">
      <vt:lpstr>Nunito ExtraBold</vt:lpstr>
      <vt:lpstr>Arial</vt:lpstr>
      <vt:lpstr>Catamaran ExtraBold</vt:lpstr>
      <vt:lpstr>Nunito</vt:lpstr>
      <vt:lpstr>Simple Light</vt:lpstr>
      <vt:lpstr>Avaliação de Desempenho 2025</vt:lpstr>
      <vt:lpstr>Competências Gerais</vt:lpstr>
      <vt:lpstr>Competências de Liderança</vt:lpstr>
      <vt:lpstr>Detalhamento das competências</vt:lpstr>
      <vt:lpstr>Visão Sistêmica</vt:lpstr>
      <vt:lpstr>Visão Sistêmica</vt:lpstr>
      <vt:lpstr>Visão Sistêmica</vt:lpstr>
      <vt:lpstr>Visão Sistêmica</vt:lpstr>
      <vt:lpstr>Gestão e Liderança</vt:lpstr>
      <vt:lpstr>Gestão e Liderança</vt:lpstr>
      <vt:lpstr>Gestão e Liderança</vt:lpstr>
      <vt:lpstr>Relacionamento</vt:lpstr>
      <vt:lpstr>Relacionamento</vt:lpstr>
      <vt:lpstr>Comunicação</vt:lpstr>
      <vt:lpstr>Comunicação</vt:lpstr>
      <vt:lpstr>Comunicação</vt:lpstr>
      <vt:lpstr>Aprendizagem e Desenvolvimento</vt:lpstr>
      <vt:lpstr>Aprendizagem e Desenvolvimento</vt:lpstr>
      <vt:lpstr>Aprendizagem e Desenvolvimento</vt:lpstr>
      <vt:lpstr>Aprendizagem e Desenvolvimento</vt:lpstr>
      <vt:lpstr>Execução</vt:lpstr>
      <vt:lpstr>Execução</vt:lpstr>
      <vt:lpstr>Execução</vt:lpstr>
      <vt:lpstr>Questões Abertas</vt:lpstr>
      <vt:lpstr>Pontos Fortes: Autoavaliação</vt:lpstr>
      <vt:lpstr>Pontos Fortes: Respondido pela Liderança</vt:lpstr>
      <vt:lpstr>Pontos Fortes: Respondido pelos Liderados</vt:lpstr>
      <vt:lpstr>Oportunidades de Desenvolvimento: Autoavaliação</vt:lpstr>
      <vt:lpstr>Oportunidades de Desenvolvimento: Respondido pela Liderança</vt:lpstr>
      <vt:lpstr>Oportunidades de Desenvolvimento: Respondido pelos Liderados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Hugo Bovareto de Oliveira Horsth</cp:lastModifiedBy>
  <cp:revision>10</cp:revision>
  <dcterms:modified xsi:type="dcterms:W3CDTF">2025-12-19T18:26:34Z</dcterms:modified>
</cp:coreProperties>
</file>