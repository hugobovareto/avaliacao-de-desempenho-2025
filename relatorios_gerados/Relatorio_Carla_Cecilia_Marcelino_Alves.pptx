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Carla Cecilia Marcelino Alves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4,7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5,0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827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Considero que meus principais pontos fortes estão relacionados à minha capacidade de adaptação e de aprendizagem contínua. Diante dos desafios do projeto, desenvolvi maior autonomia para analisar riscos, reorganizar estratégias e atuar com eficiência mesmo em contextos de alta demanda e prazos reduzidos. Tenho facilidade em buscar novos conhecimentos quando necessário, especialmente em áreas como comunicação e gestão de processos, o que contribuiu diretamente para meu desempenho. Além disso, mantenho uma postura colaborativa, prezando por uma comunicação transparente com minha liderança e equipe, o que me permite alinhar expectativas, ajustar rotas e fortalecer o trabalho coletivo.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Domínio técnico, Postura prestativa e colaborativa.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meses, desejo aprofundar ainda mais minhas habilidades de comunicação, especialmente no diálogo com escolas, equipes gestoras e diferentes perfis de profissionais da rede. Pretendo investir em estudos voltados para comunicação estratégica, mediação e condução de interações mais assertivas, de modo a contribuir de forma ainda mais eficiente para as demandas do projeto. Além disso, busco desenvolver maior domínio de ferramentas de organização e gestão de processos, fortalecendo minha capacidade de atuar diante de prazos curtos e altos volumes de trabalho. Do ponto de vista profissional, gostaria também de ampliar minha autonomia na resolução de problemas e no planejamento de ações, consolidando uma atuação mais segura, proativa e alinhada aos objetivos do projeto.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compartilhar mais seus resultados, propor mais soluções e aperfeiçoar a parte pedagógica.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