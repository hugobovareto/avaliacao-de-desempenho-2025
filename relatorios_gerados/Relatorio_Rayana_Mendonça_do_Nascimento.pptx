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Rayana Mendonça do Nascimento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3,8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3,2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1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1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3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2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5279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Meus principais pontos fortes incluem uma comunicação clara e sensível, que me permite adaptar conteúdos para diferentes públicos, e uma escuta atenta que facilita compreender contextos e ajustar entregas de forma alinhada às necessidades da equipe. Trago também uma visão estratégica construída em outros projetos da FGV DGPE, o que me ajuda a organizar processos, priorizar demandas e propor soluções práticas. Além disso, tenho facilidade em colaborar, oferecendo apoio aos colegas com meu conhecimento e experiência, e mantenho uma boa capacidade de adaptação, o que foi essencial nesse Projeto.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 colaboradora demonstra boa comunicação e se relaciona bem com a equipe, adotando uma postura respeitosa e não violenta em suas interações. Também apresenta proatividade no apoio às demandas quando mobilizada.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Nos próximos meses, gostaria de aprimorar ainda mais minha capacidade de análise de dados e sua aplicação na comunicação do projeto. Desejo também avançar em práticas de planejamento estratégico, produção de materiais institucionais e gestão de processos ampliando minha contribuição dentro do Projeto.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Ainda há espaço para aprimorar a priorização de tarefas e a qualidade dos textos produzidos. Apesar dos avanços, algumas atividades ainda requerem cobrança direta para serem concluídas. Além disso, desenvolver uma escuta mais ativa pode contribuir para maior clareza nos alinhamentos e melhor entendimento das demandas.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