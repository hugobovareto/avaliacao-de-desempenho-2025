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Luis Gustavo Marques de Oliveira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5886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Pensamento analítico, comunicação interpessoal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Gustavo possui vários pontos fortes que o destacam em sua função no projeto GA. Aqui estão alguns deles:</a:t>
            </a:r>
          </a:p>
          <a:p>
            <a:r>
              <a:t>1. Habilidade Técnica: Seu conhecimento técnico permite que ele desenvolva diversas peças de divulgação, incluindo cards, templates, vídeos e áudios, criando materiais atrativos e eficazes para as campanhas de engajamento.</a:t>
            </a:r>
          </a:p>
          <a:p>
            <a:r>
              <a:t>2. Versatilidade na Produção de Conteúdo: A capacidade de trabalhar em múltiplos formatos de mídia demonstra sua flexibilidade e adaptabilidade, sendo capaz de atender às diferentes necessidades de comunicação do projeto.</a:t>
            </a:r>
          </a:p>
          <a:p>
            <a:r>
              <a:t>3. Foco em Engajamento: Gustavo tem uma forte compreensão de como mobilizar e engajar o público-alvo, essencial para o sucesso das campanhas e para garantir a participação ativa dos envolvidos.</a:t>
            </a:r>
          </a:p>
          <a:p>
            <a:r>
              <a:t>4. Conhecimento em Educação a Distância: Sua experiên...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Fluxos de operação mais claros, skills de gestão de pessoas (feedbacks, 1:1)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Gustavo, existem várias oportunidades de desenvolvimento focadas na melhoria da gestão do tempo e na organização das suas entregas. Aqui estão algumas sugestões:</a:t>
            </a:r>
          </a:p>
          <a:p>
            <a:r>
              <a:t>1. Priorização de Tarefas: Aprender e aplicar técnicas de priorização, como a Matriz de Eisenhower, pode ajudá-lo a identificar quais demandas são urgentes e importantes, otimizando o uso do seu tempo.</a:t>
            </a:r>
          </a:p>
          <a:p>
            <a:r>
              <a:t>2. Planejamento e Agendamento: Utilizar ferramentas de planejamento, como agendas digitais ou softwares de gerenciamento de projetos, pode auxiliá-lo a organizar suas tarefas e compromissos de forma mais eficiente.</a:t>
            </a:r>
          </a:p>
          <a:p>
            <a:r>
              <a:t>3. Definição de Prazos Realistas: Avaliar a quantidade de tempo necessária para cada tarefa antes de definir prazos pode ajudá-lo a evitar a sobrecarga de trabalho e garantir que as entregas sejam feitas dentro do...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