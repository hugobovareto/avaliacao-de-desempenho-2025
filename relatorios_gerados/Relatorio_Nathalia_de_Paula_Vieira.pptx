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Nathalia de Paula Vieira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pic>
        <p:nvPicPr>
          <p:cNvPr id="460" name="Picture 459" descr="radar_geral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3,6</a:t>
            </a:r>
          </a:p>
        </p:txBody>
      </p:sp>
      <p:pic>
        <p:nvPicPr>
          <p:cNvPr id="10" name="Picture 9" descr="radar_lideranca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2_2285341083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Gosto muito do meu trabalho e isso se reflete na forma como estruturo com a equipe as nossas ações e desafios. Sou preocupada e atenta às demandas, gosto de saber das pessoas e pensar em como ajudar. Tenho boa capacidade analítica e de síntese, criatividade, proatividade, resiliência, adaptabilidade, ética de trabalho, curiosidade, pensamento crítico, senso de justiça e bom humor. Gosto de trabalhar orientada para resultados e solução de problemas, o que entendo como pontos importantes para se trabalhar num contexto de execução de projetos e na liderança.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Ela apresenta diversos pontos fortes que a tornam um valioso membro da equipe. Primeiramente, seu olhar e abordagem contribuem significativamente para a construção de um ambiente de trabalho mais transparente e colaborativo, promovendo uma cultura de melhoria contínua. Isso é essencial para o desenvolvimento de um clima organizacional saudável.Em termos de competência operacional, ela se destaca na execução de ações com precisão e eficiência. Sua habilidade em organização é exemplar, facilitando a fluidez dos processos e projetos. Quando se trata de elaborar apresentações, ela demonstra uma excelente capacidade de identificar o objetivo e criar conteúdos com clareza, assertividade e um direcionamento adequado para o público-alvo.Outro ponto forte é sua habilidade em gerir o tempo, o que...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Visão Sistêmica, Capacidade Técnica e Experiência.; Delegação com autonomia; divisão de tarefas e priorização; comunicação assertiva.; Clareza nas orientações.; Resolutividade, manejo de crises e problemas, empatia.; É uma gestora com muita clareza, assertividade e consistência na condução do trabalho. Comunica expectativas de forma objetiva, toma decisões com segurança e mantém coerência entre o que orienta e o que pratica. É uma pessoa que inspira confiança e com quem a equipe se sente à vontade e motivada para trabalhar, pela postura respeitosa, acessível e profissional que demonstra no dia a dia.; Nathalia demonstra um forte compromisso com a agenda de educação e exerce uma liderança consistente, com visão de dono e capacidade para lidar com problemas complexos. Gerencia a equipe co...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Por conta do volume de trabalho e preparo sobre as ações, não consegui planejar e organizar as ações do projeto da forma como gostaria. Isso impactou na minha organização e antecipação de problemas. O que causou em muitos momentos a sensação de só estar "resolvendo urgências", dedicando pouco tempo ao planejamento em si.</a:t>
            </a:r>
          </a:p>
          <a:p>
            <a:r>
              <a:t>Quero ser mais organizada e tempestiva, para apoiar mais a equipe, estar mais próximas das coordenações para pensar também no desenvolvimento das pessoas, na melhoria dos processos e na cobrança de prazos, dando mais visibilidade disso para a gerência geral.</a:t>
            </a:r>
          </a:p>
          <a:p>
            <a:r>
              <a:t>Quero reclamar menos das superintendências, principalmente junto com a equipe. Abrir muito esse tipo de situação fragiliza a relação com a DGPE e não ajuda a resolver o problema. </a:t>
            </a:r>
          </a:p>
          <a:p>
            <a:r>
              <a:t>Fortalecer ainda mais a relação com...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Embora Nathalia apresente várias qualidades e competências, existem algumas oportunidades de desenvolvimento que podem aprimorar ainda mais sua eficácia como líder e gestora:</a:t>
            </a:r>
          </a:p>
          <a:p>
            <a:r>
              <a:t>1. Gestão de Pessoas: Apesar de realizar reuniões individuais com os coordenadores com frequência, a gestão da equipe poderia ser fortalecida. Quando a pessoa avaliada não acompanha de perto as atividades devido a outras responsabilidades, observa-se que os coordenadores tendem a se perder nos processos, impactando negativamente na execução das ações pactuadas. É essencial que ela reforce seu papel de liderança, evitando assumir as ações de seus liderados e, em vez disso, orientando-os para que eles possam agir com autonomia.</a:t>
            </a:r>
          </a:p>
          <a:p>
            <a:r>
              <a:t>2. Acompanhamento de Projetos: A melhoria nos pontos de controle dos projetos é fundamenta...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Propor momentos de planejamento das ações, replanejamento e avaliação das ações, para que possamos compreender onde houveram acertos e onde precisamos melhorar, acredito que a dificuldade com a SEEC possa ter influenciado nessa ano, mas que coloquemos como prioridade para o próximo ano.; Exposição de visão sistêmica do projeto e atividades e etapas avançadas por frente.; Fortalecer s postura de delegação.; Comunicação com pessoas da equipe em regime remoto de trabalho.; As demandas do projeto são muito intensas, e acredito que há oportunidades importantes no campo da gestão da equipe como coletivo. Seria muito valoroso se a gerência pudesse:</a:t>
            </a:r>
          </a:p>
          <a:p/>
          <a:p>
            <a:r>
              <a:t>Incentivar ainda mais o trabalho conjunto entre as diferentes frentes, envolvendo mais os colaboradores em momentos de alinhamento e construção co...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