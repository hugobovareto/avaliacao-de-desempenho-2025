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José Kelton Rodrigues Araújo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4,5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3,7</a:t>
            </a:r>
          </a:p>
        </p:txBody>
      </p:sp>
      <p:pic>
        <p:nvPicPr>
          <p:cNvPr id="460" name="Picture 459" descr="radar_geral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3,6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2,8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3,5</a:t>
            </a:r>
          </a:p>
        </p:txBody>
      </p:sp>
      <p:pic>
        <p:nvPicPr>
          <p:cNvPr id="10" name="Picture 9" descr="radar_lideranca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88158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Capacidade Analítica, Proatividade e Resolução de Problemas, Compromisso com processos educacionais e por fim, aberto a diálogos e a expressar minhas dificuldades.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Kelton é um profissional que se destaca significativamente em sua função, apresentando diversos pontos positivos que agregam valor à equipe. Os principais aspectos a serem destacados incluem:</a:t>
            </a:r>
          </a:p>
          <a:p>
            <a:r>
              <a:t>1. Conhecimento sobre a Responsabilidade: Kelton demonstra profundo conhecimento sobre a frente pela qual é responsável, especialmente no que diz respeito à equipe de articuladores. Sua compreensão das nuances e necessidades dessa área é evidente e contribui para a eficácia das operações.</a:t>
            </a:r>
          </a:p>
          <a:p>
            <a:r>
              <a:t>2. Ânsia por Aprendizado: Sua disposição para aprender é admirável. Kelton está sempre aberto a novas orientações e demonstrou iniciativa em buscar informações que o ajudem a se desenvolver ainda mais na sua função. Essa atitude de aprendizado constante é fundamental para o crescimento profissional.</a:t>
            </a:r>
          </a:p>
          <a:p>
            <a:r>
              <a:t>3. Organização...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empatia e compreensão são duas características fortes do coordenador, além de nos dar autonomia e confiança nas práticas do dia a dia, observando e orientando, mas sem um controle excessivo. Creio que essa forma de gerir é benéfica, pois um microgerenciamento poderia causar um desgaste excessivo no projeto.; Capacidade de dar e receber feedbacks de forma respeitosa, útil e com comunicação não violenta;</a:t>
            </a:r>
          </a:p>
          <a:p>
            <a:r>
              <a:t>Ótimo relacionamento e comunicação, mantendo um canal aberto para dúvidas e conversas;</a:t>
            </a:r>
          </a:p>
          <a:p>
            <a:r>
              <a:t>Consegue conduzir um direcionamento quando necessário;; Um dos principais pontos fortes da pessoa é a experiência que ela traz para o projeto. Suas vivências anteriores contribuem de forma significativa para orientar as decisões, esclarecer dúvidas e apoiar a equipe nos momentos mais complexos. Além d...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Comunicação assertiva, Organização e clareza nas demandas, além de gestão de tempo.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Embora Kelton apresente diversas qualidades, existem algumas oportunidades de desenvolvimento que podem ajudá-lo a se tornar um líder mais eficaz e a fortalecer a atuação da sua equipe. As principais áreas de melhoria identificadas incluem:</a:t>
            </a:r>
          </a:p>
          <a:p>
            <a:r>
              <a:t>1. Gestão de Pessoas: É fundamental que Kelton desenvolva suas habilidades em gestão de pessoas. Como esta é a sua primeira experiência como líder, ele tende a se colocar excessivamente no lugar dos liderados, o que pode desviar seu foco da visão maior do projeto. Essa abordagem pode permitir que algumas atitudes inadequadas por parte dos articuladores passem despercebidas, resultando em problemas de postura e desempenho. Desenvolver uma postura mais assertiva como líder ajudará a estabelecer limites e expectativas claras.</a:t>
            </a:r>
          </a:p>
          <a:p>
            <a:r>
              <a:t>2. Atuação nas Direcs: Melh...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Algumas situações  evidenciaram uma necessidade de atenção para uma comunicação mais assertiva, buscando sempre melhorar o diálogo respeitoso e reconhecimento adequado entre coordenador -articuladores.; Oferecer devolutivas mais frequentes, não só em momentos formais, principalmente em momentos de altas demandas que acaba tendo certo esquecimento.; Vejo algumas oportunidades de desenvolvimento que podem fortalecer ainda mais a atuação da pessoa. A primeira está relacionada à comunicação: acredito que ajustes na forma de transmitir orientações e feedbacks podem contribuir para tornar os diálogos mais claros, acolhedores e alinhados, reduzindo possíveis ruídos e favorecendo um ambiente de cooperação.</a:t>
            </a:r>
          </a:p>
          <a:p>
            <a:r>
              <a:t>Outra oportunidade importante está na distribuição e condução das responsabilidades. Uma ...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