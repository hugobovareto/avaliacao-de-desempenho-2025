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5"/>
  </p:notesMasterIdLst>
  <p:sldIdLst>
    <p:sldId id="256" r:id="rId2"/>
    <p:sldId id="267" r:id="rId3"/>
    <p:sldId id="276" r:id="rId4"/>
    <p:sldId id="277" r:id="rId5"/>
    <p:sldId id="278" r:id="rId6"/>
    <p:sldId id="272" r:id="rId7"/>
    <p:sldId id="289" r:id="rId8"/>
    <p:sldId id="301" r:id="rId9"/>
    <p:sldId id="298" r:id="rId10"/>
    <p:sldId id="299" r:id="rId11"/>
    <p:sldId id="290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275" r:id="rId27"/>
    <p:sldId id="283" r:id="rId28"/>
    <p:sldId id="284" r:id="rId29"/>
    <p:sldId id="285" r:id="rId30"/>
    <p:sldId id="286" r:id="rId31"/>
    <p:sldId id="287" r:id="rId32"/>
    <p:sldId id="316" r:id="rId33"/>
    <p:sldId id="293" r:id="rId34"/>
  </p:sldIdLst>
  <p:sldSz cx="9144000" cy="5143500" type="screen16x9"/>
  <p:notesSz cx="6858000" cy="9144000"/>
  <p:embeddedFontLst>
    <p:embeddedFont>
      <p:font typeface="Catamaran ExtraBold" panose="020B0604020202020204" charset="0"/>
      <p:bold r:id="rId36"/>
    </p:embeddedFont>
    <p:embeddedFont>
      <p:font typeface="Nunito" pitchFamily="2" charset="0"/>
      <p:regular r:id="rId37"/>
      <p:bold r:id="rId38"/>
      <p:italic r:id="rId39"/>
      <p:boldItalic r:id="rId40"/>
    </p:embeddedFont>
    <p:embeddedFont>
      <p:font typeface="Nunito ExtraBold" pitchFamily="2" charset="0"/>
      <p:bold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8A42"/>
    <a:srgbClr val="00A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4433cd25ef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4433cd25ef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4433cd25ef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4433cd25ef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rgbClr val="FFF9D9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207375" y="482925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Sumário</a:t>
            </a:r>
            <a:endParaRPr sz="30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8" name="Google Shape;188;p19" title="GARN_IDV_elementos_algodãorosaclaro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3600007">
            <a:off x="-24049" y="237225"/>
            <a:ext cx="953148" cy="1993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1905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rgbClr val="FFF9D9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14" name="Google Shape;314;p38"/>
          <p:cNvSpPr/>
          <p:nvPr/>
        </p:nvSpPr>
        <p:spPr>
          <a:xfrm rot="10800000">
            <a:off x="-50" y="4761575"/>
            <a:ext cx="91440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38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8" title="GARN_IDV_elementos_folhaverdegrama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525576" y="1441451"/>
            <a:ext cx="2995376" cy="240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8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85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  <p:sldLayoutId id="2147483689" r:id="rId15"/>
    <p:sldLayoutId id="214748369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b="1" dirty="0"/>
              <a:t>{{nome}}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15D1C70D-1F6F-58AD-EB6A-200E8B0F2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64" y="361408"/>
            <a:ext cx="1753481" cy="684610"/>
          </a:xfrm>
          <a:prstGeom prst="rect">
            <a:avLst/>
          </a:prstGeom>
        </p:spPr>
      </p:pic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C3765DA3-5F0B-49C7-1A33-ACC15B466550}"/>
              </a:ext>
            </a:extLst>
          </p:cNvPr>
          <p:cNvSpPr txBox="1">
            <a:spLocks/>
          </p:cNvSpPr>
          <p:nvPr/>
        </p:nvSpPr>
        <p:spPr>
          <a:xfrm>
            <a:off x="0" y="19827"/>
            <a:ext cx="9144000" cy="684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58A75B"/>
              </a:buClr>
              <a:buSzPts val="2800"/>
              <a:buFont typeface="Nunito"/>
              <a:buNone/>
              <a:defRPr sz="28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/>
              <a:t>Avaliações recebidas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08D66220-6F59-7DE7-7986-17C11FB63E5E}"/>
              </a:ext>
            </a:extLst>
          </p:cNvPr>
          <p:cNvSpPr txBox="1">
            <a:spLocks/>
          </p:cNvSpPr>
          <p:nvPr/>
        </p:nvSpPr>
        <p:spPr>
          <a:xfrm>
            <a:off x="270164" y="625319"/>
            <a:ext cx="38238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Líderes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BE36E471-00D1-7CFF-DA69-9B109982D17C}"/>
              </a:ext>
            </a:extLst>
          </p:cNvPr>
          <p:cNvSpPr txBox="1">
            <a:spLocks/>
          </p:cNvSpPr>
          <p:nvPr/>
        </p:nvSpPr>
        <p:spPr>
          <a:xfrm>
            <a:off x="270164" y="922271"/>
            <a:ext cx="3823852" cy="385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{{lideres}}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D7EB989D-DF44-05EB-6DE2-754FD66519C8}"/>
              </a:ext>
            </a:extLst>
          </p:cNvPr>
          <p:cNvSpPr txBox="1">
            <a:spLocks/>
          </p:cNvSpPr>
          <p:nvPr/>
        </p:nvSpPr>
        <p:spPr>
          <a:xfrm>
            <a:off x="4572000" y="625319"/>
            <a:ext cx="4296304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Liderados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6E0D7347-B174-9A7A-F9FF-C2D27CB85EE6}"/>
              </a:ext>
            </a:extLst>
          </p:cNvPr>
          <p:cNvSpPr txBox="1">
            <a:spLocks/>
          </p:cNvSpPr>
          <p:nvPr/>
        </p:nvSpPr>
        <p:spPr>
          <a:xfrm>
            <a:off x="4572000" y="922271"/>
            <a:ext cx="4296304" cy="385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{{liderados}}</a:t>
            </a:r>
            <a:endParaRPr lang="pt-BR" dirty="0">
              <a:solidFill>
                <a:srgbClr val="CC8A42"/>
              </a:solidFill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6E1ECEDF-A5DF-6ACE-E953-C0334494BC62}"/>
              </a:ext>
            </a:extLst>
          </p:cNvPr>
          <p:cNvCxnSpPr>
            <a:cxnSpLocks/>
          </p:cNvCxnSpPr>
          <p:nvPr/>
        </p:nvCxnSpPr>
        <p:spPr>
          <a:xfrm flipH="1">
            <a:off x="4267200" y="817418"/>
            <a:ext cx="29104" cy="3997037"/>
          </a:xfrm>
          <a:prstGeom prst="line">
            <a:avLst/>
          </a:prstGeom>
          <a:ln>
            <a:solidFill>
              <a:srgbClr val="CC8A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0"/>
            <a:ext cx="6296373" cy="7342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592061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592061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592060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A08C05E1-6AEC-5DCD-6A5D-291520A3DA18}"/>
              </a:ext>
            </a:extLst>
          </p:cNvPr>
          <p:cNvSpPr txBox="1">
            <a:spLocks/>
          </p:cNvSpPr>
          <p:nvPr/>
        </p:nvSpPr>
        <p:spPr>
          <a:xfrm>
            <a:off x="3491345" y="2061535"/>
            <a:ext cx="5080894" cy="260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radar_geral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926411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nota_auto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926411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nota_lider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926411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nota_liderado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11" name="Google Shape;494;p69">
            <a:extLst>
              <a:ext uri="{FF2B5EF4-FFF2-40B4-BE49-F238E27FC236}">
                <a16:creationId xmlns:a16="http://schemas.microsoft.com/office/drawing/2014/main" id="{E5083664-878D-0513-D97E-9272532C914E}"/>
              </a:ext>
            </a:extLst>
          </p:cNvPr>
          <p:cNvSpPr txBox="1">
            <a:spLocks/>
          </p:cNvSpPr>
          <p:nvPr/>
        </p:nvSpPr>
        <p:spPr>
          <a:xfrm>
            <a:off x="4426528" y="1525100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Média Geral: </a:t>
            </a:r>
          </a:p>
        </p:txBody>
      </p:sp>
      <p:sp>
        <p:nvSpPr>
          <p:cNvPr id="12" name="Google Shape;494;p69">
            <a:extLst>
              <a:ext uri="{FF2B5EF4-FFF2-40B4-BE49-F238E27FC236}">
                <a16:creationId xmlns:a16="http://schemas.microsoft.com/office/drawing/2014/main" id="{3EC61E7E-33E4-D5EC-208F-BEAC17697CE8}"/>
              </a:ext>
            </a:extLst>
          </p:cNvPr>
          <p:cNvSpPr txBox="1">
            <a:spLocks/>
          </p:cNvSpPr>
          <p:nvPr/>
        </p:nvSpPr>
        <p:spPr>
          <a:xfrm>
            <a:off x="5984230" y="1519417"/>
            <a:ext cx="1751201" cy="4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sz="1400" b="1" dirty="0">
                <a:solidFill>
                  <a:srgbClr val="CC8A42"/>
                </a:solidFill>
              </a:rPr>
              <a:t>{{</a:t>
            </a:r>
            <a:r>
              <a:rPr lang="pt-BR" sz="1400" b="1" dirty="0" err="1">
                <a:solidFill>
                  <a:srgbClr val="CC8A42"/>
                </a:solidFill>
              </a:rPr>
              <a:t>nota_geral</a:t>
            </a:r>
            <a:r>
              <a:rPr lang="pt-BR" sz="1400" b="1" dirty="0">
                <a:solidFill>
                  <a:srgbClr val="CC8A42"/>
                </a:solidFill>
              </a:rPr>
              <a:t>}}</a:t>
            </a:r>
            <a:endParaRPr sz="1400" b="1" dirty="0">
              <a:solidFill>
                <a:srgbClr val="CC8A42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4D7230A-DE93-76EB-89DA-1413AD836B95}"/>
              </a:ext>
            </a:extLst>
          </p:cNvPr>
          <p:cNvSpPr/>
          <p:nvPr/>
        </p:nvSpPr>
        <p:spPr>
          <a:xfrm>
            <a:off x="3491345" y="1455179"/>
            <a:ext cx="5080894" cy="52876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17107"/>
            <a:ext cx="6296373" cy="7176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60060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60060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60060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EA14D775-3D49-0634-A7C2-9FC85227D05B}"/>
              </a:ext>
            </a:extLst>
          </p:cNvPr>
          <p:cNvSpPr txBox="1">
            <a:spLocks/>
          </p:cNvSpPr>
          <p:nvPr/>
        </p:nvSpPr>
        <p:spPr>
          <a:xfrm>
            <a:off x="3366420" y="2099366"/>
            <a:ext cx="5344131" cy="260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radar_geral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97190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nota_lider_auto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97190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nota_lider_lider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97190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nota_lider_liderado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10" name="Google Shape;494;p69">
            <a:extLst>
              <a:ext uri="{FF2B5EF4-FFF2-40B4-BE49-F238E27FC236}">
                <a16:creationId xmlns:a16="http://schemas.microsoft.com/office/drawing/2014/main" id="{E5E61984-9D1C-59AB-ECC1-7D9E4CF7D0B5}"/>
              </a:ext>
            </a:extLst>
          </p:cNvPr>
          <p:cNvSpPr txBox="1">
            <a:spLocks/>
          </p:cNvSpPr>
          <p:nvPr/>
        </p:nvSpPr>
        <p:spPr>
          <a:xfrm>
            <a:off x="4480784" y="153364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Média Geral: </a:t>
            </a:r>
          </a:p>
        </p:txBody>
      </p:sp>
      <p:sp>
        <p:nvSpPr>
          <p:cNvPr id="11" name="Google Shape;494;p69">
            <a:extLst>
              <a:ext uri="{FF2B5EF4-FFF2-40B4-BE49-F238E27FC236}">
                <a16:creationId xmlns:a16="http://schemas.microsoft.com/office/drawing/2014/main" id="{752D5904-4CB0-647F-A276-EB6521DD214B}"/>
              </a:ext>
            </a:extLst>
          </p:cNvPr>
          <p:cNvSpPr txBox="1">
            <a:spLocks/>
          </p:cNvSpPr>
          <p:nvPr/>
        </p:nvSpPr>
        <p:spPr>
          <a:xfrm>
            <a:off x="6038486" y="1527963"/>
            <a:ext cx="2271169" cy="4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sz="1400" b="1" dirty="0">
                <a:solidFill>
                  <a:srgbClr val="CC8A42"/>
                </a:solidFill>
              </a:rPr>
              <a:t>{{</a:t>
            </a:r>
            <a:r>
              <a:rPr lang="pt-BR" sz="1400" b="1" dirty="0" err="1">
                <a:solidFill>
                  <a:srgbClr val="CC8A42"/>
                </a:solidFill>
              </a:rPr>
              <a:t>nota_lider_geral</a:t>
            </a:r>
            <a:r>
              <a:rPr lang="pt-BR" sz="1400" b="1" dirty="0">
                <a:solidFill>
                  <a:srgbClr val="CC8A42"/>
                </a:solidFill>
              </a:rPr>
              <a:t>}}</a:t>
            </a:r>
            <a:endParaRPr sz="1400" b="1" dirty="0">
              <a:solidFill>
                <a:srgbClr val="CC8A42"/>
              </a:solidFill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53D49E7-2F1C-2082-4A49-8E385223CE26}"/>
              </a:ext>
            </a:extLst>
          </p:cNvPr>
          <p:cNvSpPr/>
          <p:nvPr/>
        </p:nvSpPr>
        <p:spPr>
          <a:xfrm>
            <a:off x="3366420" y="1463725"/>
            <a:ext cx="5344131" cy="52876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825BE493-61F2-CCAD-E3EA-3BD55925508A}"/>
              </a:ext>
            </a:extLst>
          </p:cNvPr>
          <p:cNvSpPr txBox="1">
            <a:spLocks/>
          </p:cNvSpPr>
          <p:nvPr/>
        </p:nvSpPr>
        <p:spPr>
          <a:xfrm>
            <a:off x="3223041" y="1130546"/>
            <a:ext cx="5080894" cy="318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</a:t>
            </a:r>
            <a:r>
              <a:rPr lang="pt-BR" sz="1400" dirty="0" err="1">
                <a:solidFill>
                  <a:srgbClr val="CC8A42"/>
                </a:solidFill>
              </a:rPr>
              <a:t>radar_geral_comparativo</a:t>
            </a:r>
            <a:r>
              <a:rPr lang="pt-BR" sz="1400" dirty="0">
                <a:solidFill>
                  <a:srgbClr val="CC8A42"/>
                </a:solidFill>
              </a:rPr>
              <a:t>}}</a:t>
            </a:r>
            <a:endParaRPr lang="pt-BR" dirty="0">
              <a:solidFill>
                <a:srgbClr val="CC8A42"/>
              </a:solidFill>
            </a:endParaRPr>
          </a:p>
        </p:txBody>
      </p:sp>
      <p:sp>
        <p:nvSpPr>
          <p:cNvPr id="3" name="Google Shape;459;p62">
            <a:extLst>
              <a:ext uri="{FF2B5EF4-FFF2-40B4-BE49-F238E27FC236}">
                <a16:creationId xmlns:a16="http://schemas.microsoft.com/office/drawing/2014/main" id="{1898DD00-AF16-283C-F0F8-2B6EC85FD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5302" y="152401"/>
            <a:ext cx="6296373" cy="7342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Comparativo:</a:t>
            </a:r>
            <a:br>
              <a:rPr lang="pt-BR" dirty="0"/>
            </a:br>
            <a:r>
              <a:rPr lang="pt-BR" dirty="0"/>
              <a:t>Competências Gerais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7438848-8CFB-0B7E-23DA-F0F99A3ED3AD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{{VS_1}}</a:t>
            </a:r>
            <a:endParaRPr lang="pt-BR" dirty="0">
              <a:solidFill>
                <a:srgbClr val="CC8A4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3E2FF0FB-F42F-F32D-3BA5-40C3A2A151D7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{{VS_2}}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2C3F2DF-5405-0463-9AFE-6F3CCB9B5472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{{VS_3}}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F5A29DC-F2CC-870E-1FFD-B565A6110D61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{{VS_4}}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711D5F0F-A1A0-2FA9-A5B0-E9830126B3E8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{{GL_1}}</a:t>
            </a:r>
            <a:endParaRPr lang="pt-BR" dirty="0">
              <a:solidFill>
                <a:srgbClr val="CC8A4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2B2A5259-2BEB-EA71-3A71-E99B3264FC6A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{{GL_2}}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EA2A6B3-A2FA-FAEB-EC84-AB2C56B5F873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{{GL_3}}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F1FAC0C-5A58-F0AF-FFD8-35F5E7EE8734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{{REL_1}}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089DE9A-EFA9-795A-40D6-F200F8144FAD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{{REL_2}}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547F2768-3227-3BB8-AA1D-37715A013C13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{{COM_1}}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6139D18-951F-BD3A-37E8-F9EA66CE4C4B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{{COM_2}}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94DB428-7AB1-7117-8C92-8B67C8CAEFBB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{{COM_3}}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A68AE35-F1AF-A8D6-2C81-1C54477F2347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{{AD_1}}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CA331E5-1C63-4126-C226-3B8179CB80EE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{{AD_2}}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B60A8C1-36EF-2DD2-AF24-7460E64DB051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{{AD_3}}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8ADE670-7FC9-4C1D-FDC7-18CE5437D5E2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{{AD_4}}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1F405C5A-A157-566C-E96D-280E84DF292D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{{EX_1}}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8CAB03-74F5-51B0-D279-3A733643C616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{{EX_2}}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B84EE85B-E3C3-A01A-41E8-BC4376B0B40E}"/>
              </a:ext>
            </a:extLst>
          </p:cNvPr>
          <p:cNvSpPr txBox="1">
            <a:spLocks/>
          </p:cNvSpPr>
          <p:nvPr/>
        </p:nvSpPr>
        <p:spPr>
          <a:xfrm>
            <a:off x="3422073" y="1063053"/>
            <a:ext cx="5320145" cy="369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{{EX_3}}</a:t>
            </a:r>
            <a:endParaRPr lang="pt-BR" dirty="0">
              <a:solidFill>
                <a:srgbClr val="CC8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pt-BR" dirty="0"/>
              <a:t>{{</a:t>
            </a:r>
            <a:r>
              <a:rPr lang="pt-BR" dirty="0" err="1"/>
              <a:t>PF_auto</a:t>
            </a:r>
            <a:r>
              <a:rPr lang="pt-BR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pt-BR" dirty="0"/>
              <a:t>{{</a:t>
            </a:r>
            <a:r>
              <a:rPr lang="pt-BR" dirty="0" err="1"/>
              <a:t>PF_lider</a:t>
            </a:r>
            <a:r>
              <a:rPr lang="pt-BR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pt-BR" dirty="0"/>
              <a:t>{{</a:t>
            </a:r>
            <a:r>
              <a:rPr lang="pt-BR" dirty="0" err="1"/>
              <a:t>PF_liderado</a:t>
            </a:r>
            <a:r>
              <a:rPr lang="pt-BR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pt-BR" dirty="0"/>
              <a:t>{{</a:t>
            </a:r>
            <a:r>
              <a:rPr lang="pt-BR" dirty="0" err="1"/>
              <a:t>OD_auto</a:t>
            </a:r>
            <a:r>
              <a:rPr lang="pt-BR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pt-BR" dirty="0"/>
              <a:t>{{</a:t>
            </a:r>
            <a:r>
              <a:rPr lang="pt-BR" dirty="0" err="1"/>
              <a:t>OD_lider</a:t>
            </a:r>
            <a:r>
              <a:rPr lang="pt-BR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pt-BR" dirty="0"/>
              <a:t>{{</a:t>
            </a:r>
            <a:r>
              <a:rPr lang="pt-BR" dirty="0" err="1"/>
              <a:t>OD_liderado</a:t>
            </a:r>
            <a:r>
              <a:rPr lang="pt-BR" dirty="0"/>
              <a:t>}}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641</Words>
  <Application>Microsoft Office PowerPoint</Application>
  <PresentationFormat>Apresentação na tela (16:9)</PresentationFormat>
  <Paragraphs>100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Nunito</vt:lpstr>
      <vt:lpstr>Catamaran ExtraBold</vt:lpstr>
      <vt:lpstr>Nunito ExtraBold</vt:lpstr>
      <vt:lpstr>Simple Light</vt:lpstr>
      <vt:lpstr>Avaliação de Desempenho 2025</vt:lpstr>
      <vt:lpstr>Apresentação do PowerPoint</vt:lpstr>
      <vt:lpstr>Competências Gerais</vt:lpstr>
      <vt:lpstr>Competências de Liderança</vt:lpstr>
      <vt:lpstr>Comparativo: Competências Gerais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19</cp:revision>
  <dcterms:modified xsi:type="dcterms:W3CDTF">2026-01-26T17:15:15Z</dcterms:modified>
</cp:coreProperties>
</file>